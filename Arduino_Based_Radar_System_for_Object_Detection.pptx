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88825" cy="6858000"/>
  <p:notesSz cx="6858000" cy="9144000"/>
  <p:embeddedFontLst>
    <p:embeddedFont>
      <p:font typeface="Book Antiqua" panose="02040602050305030304" pitchFamily="18" charset="0"/>
      <p:regular r:id="rId19"/>
      <p:bold r:id="rId20"/>
      <p:italic r:id="rId21"/>
      <p:boldItalic r:id="rId22"/>
    </p:embeddedFont>
    <p:embeddedFont>
      <p:font typeface="Lucida Sans" panose="020B060203050402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39">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rNcZuPcdBFXC1UYqM3pbwOXLKz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1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8"/>
          <p:cNvSpPr txBox="1">
            <a:spLocks noGrp="1"/>
          </p:cNvSpPr>
          <p:nvPr>
            <p:ph type="ctrTitle"/>
          </p:nvPr>
        </p:nvSpPr>
        <p:spPr>
          <a:xfrm>
            <a:off x="562560" y="1371600"/>
            <a:ext cx="10969943" cy="1828800"/>
          </a:xfrm>
          <a:prstGeom prst="rect">
            <a:avLst/>
          </a:prstGeom>
          <a:noFill/>
          <a:ln>
            <a:noFill/>
          </a:ln>
        </p:spPr>
        <p:txBody>
          <a:bodyPr spcFirstLastPara="1" wrap="square" lIns="45700" tIns="0" rIns="45700" bIns="0" anchor="b" anchorCtr="0">
            <a:normAutofit/>
          </a:bodyPr>
          <a:lstStyle>
            <a:lvl1pPr lvl="0" algn="ctr">
              <a:spcBef>
                <a:spcPts val="0"/>
              </a:spcBef>
              <a:spcAft>
                <a:spcPts val="0"/>
              </a:spcAft>
              <a:buClr>
                <a:srgbClr val="EAD594"/>
              </a:buClr>
              <a:buSzPts val="4800"/>
              <a:buFont typeface="Lucida Sans"/>
              <a:buNone/>
              <a:defRPr sz="4800" b="1" cap="none">
                <a:solidFill>
                  <a:srgbClr val="EAD59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8"/>
          <p:cNvSpPr txBox="1">
            <a:spLocks noGrp="1"/>
          </p:cNvSpPr>
          <p:nvPr>
            <p:ph type="dt" idx="10"/>
          </p:nvPr>
        </p:nvSpPr>
        <p:spPr>
          <a:xfrm>
            <a:off x="609441" y="6416677"/>
            <a:ext cx="2844059"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8"/>
          <p:cNvSpPr txBox="1">
            <a:spLocks noGrp="1"/>
          </p:cNvSpPr>
          <p:nvPr>
            <p:ph type="ftr" idx="11"/>
          </p:nvPr>
        </p:nvSpPr>
        <p:spPr>
          <a:xfrm>
            <a:off x="4164515" y="6416677"/>
            <a:ext cx="3859795" cy="365125"/>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8"/>
          <p:cNvSpPr txBox="1">
            <a:spLocks noGrp="1"/>
          </p:cNvSpPr>
          <p:nvPr>
            <p:ph type="sldNum" idx="12"/>
          </p:nvPr>
        </p:nvSpPr>
        <p:spPr>
          <a:xfrm>
            <a:off x="10563649" y="6416677"/>
            <a:ext cx="1015735" cy="365125"/>
          </a:xfrm>
          <a:prstGeom prst="rect">
            <a:avLst/>
          </a:prstGeom>
          <a:noFill/>
          <a:ln>
            <a:noFill/>
          </a:ln>
        </p:spPr>
        <p:txBody>
          <a:bodyPr spcFirstLastPara="1" wrap="square" lIns="0" tIns="45700" rIns="0"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6" name="Google Shape;16;p18"/>
          <p:cNvSpPr txBox="1">
            <a:spLocks noGrp="1"/>
          </p:cNvSpPr>
          <p:nvPr>
            <p:ph type="subTitle" idx="1"/>
          </p:nvPr>
        </p:nvSpPr>
        <p:spPr>
          <a:xfrm>
            <a:off x="1828324" y="3331698"/>
            <a:ext cx="8532178" cy="1752600"/>
          </a:xfrm>
          <a:prstGeom prst="rect">
            <a:avLst/>
          </a:prstGeom>
          <a:noFill/>
          <a:ln>
            <a:noFill/>
          </a:ln>
        </p:spPr>
        <p:txBody>
          <a:bodyPr spcFirstLastPara="1" wrap="square" lIns="91425" tIns="45700" rIns="91425" bIns="45700" anchor="t" anchorCtr="0">
            <a:normAutofit/>
          </a:bodyPr>
          <a:lstStyle>
            <a:lvl1pPr lvl="0" algn="ctr">
              <a:spcBef>
                <a:spcPts val="560"/>
              </a:spcBef>
              <a:spcAft>
                <a:spcPts val="0"/>
              </a:spcAft>
              <a:buSzPts val="1820"/>
              <a:buNone/>
              <a:defRPr>
                <a:solidFill>
                  <a:schemeClr val="lt1"/>
                </a:solidFill>
              </a:defRPr>
            </a:lvl1pPr>
            <a:lvl2pPr lvl="1" algn="ctr">
              <a:spcBef>
                <a:spcPts val="360"/>
              </a:spcBef>
              <a:spcAft>
                <a:spcPts val="0"/>
              </a:spcAft>
              <a:buSzPts val="1440"/>
              <a:buNone/>
              <a:defRPr/>
            </a:lvl2pPr>
            <a:lvl3pPr lvl="2" algn="ctr">
              <a:spcBef>
                <a:spcPts val="360"/>
              </a:spcBef>
              <a:spcAft>
                <a:spcPts val="0"/>
              </a:spcAft>
              <a:buSzPts val="1710"/>
              <a:buNone/>
              <a:defRPr/>
            </a:lvl3pPr>
            <a:lvl4pPr lvl="3" algn="ctr">
              <a:spcBef>
                <a:spcPts val="360"/>
              </a:spcBef>
              <a:spcAft>
                <a:spcPts val="0"/>
              </a:spcAft>
              <a:buSzPts val="1800"/>
              <a:buNone/>
              <a:defRPr/>
            </a:lvl4pPr>
            <a:lvl5pPr lvl="4" algn="ctr">
              <a:spcBef>
                <a:spcPts val="360"/>
              </a:spcBef>
              <a:spcAft>
                <a:spcPts val="0"/>
              </a:spcAft>
              <a:buSzPts val="180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9"/>
          <p:cNvSpPr txBox="1">
            <a:spLocks noGrp="1"/>
          </p:cNvSpPr>
          <p:nvPr>
            <p:ph type="title"/>
          </p:nvPr>
        </p:nvSpPr>
        <p:spPr>
          <a:xfrm>
            <a:off x="609441" y="274638"/>
            <a:ext cx="10969943"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EAD59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9"/>
          <p:cNvSpPr txBox="1">
            <a:spLocks noGrp="1"/>
          </p:cNvSpPr>
          <p:nvPr>
            <p:ph type="body" idx="1"/>
          </p:nvPr>
        </p:nvSpPr>
        <p:spPr>
          <a:xfrm>
            <a:off x="609441" y="1600200"/>
            <a:ext cx="10969943" cy="4709160"/>
          </a:xfrm>
          <a:prstGeom prst="rect">
            <a:avLst/>
          </a:prstGeom>
          <a:noFill/>
          <a:ln>
            <a:noFill/>
          </a:ln>
        </p:spPr>
        <p:txBody>
          <a:bodyPr spcFirstLastPara="1" wrap="square" lIns="91425" tIns="45700" rIns="91425" bIns="45700" anchor="t" anchorCtr="0">
            <a:normAutofit/>
          </a:bodyPr>
          <a:lstStyle>
            <a:lvl1pPr marL="457200" lvl="0" indent="-302895" algn="l">
              <a:spcBef>
                <a:spcPts val="360"/>
              </a:spcBef>
              <a:spcAft>
                <a:spcPts val="0"/>
              </a:spcAft>
              <a:buSzPts val="1170"/>
              <a:buChar char="▣"/>
              <a:defRPr/>
            </a:lvl1pPr>
            <a:lvl2pPr marL="914400" lvl="1" indent="-320040" algn="l">
              <a:spcBef>
                <a:spcPts val="360"/>
              </a:spcBef>
              <a:spcAft>
                <a:spcPts val="0"/>
              </a:spcAft>
              <a:buSzPts val="1440"/>
              <a:buChar char="◼"/>
              <a:defRPr/>
            </a:lvl2pPr>
            <a:lvl3pPr marL="1371600" lvl="2" indent="-337185" algn="l">
              <a:spcBef>
                <a:spcPts val="360"/>
              </a:spcBef>
              <a:spcAft>
                <a:spcPts val="0"/>
              </a:spcAft>
              <a:buSzPts val="171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20" name="Google Shape;20;p19"/>
          <p:cNvSpPr txBox="1">
            <a:spLocks noGrp="1"/>
          </p:cNvSpPr>
          <p:nvPr>
            <p:ph type="dt" idx="10"/>
          </p:nvPr>
        </p:nvSpPr>
        <p:spPr>
          <a:xfrm>
            <a:off x="609441" y="6416677"/>
            <a:ext cx="2844059"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9"/>
          <p:cNvSpPr txBox="1">
            <a:spLocks noGrp="1"/>
          </p:cNvSpPr>
          <p:nvPr>
            <p:ph type="ftr" idx="11"/>
          </p:nvPr>
        </p:nvSpPr>
        <p:spPr>
          <a:xfrm>
            <a:off x="4164515" y="6416677"/>
            <a:ext cx="3859795" cy="365125"/>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9"/>
          <p:cNvSpPr txBox="1">
            <a:spLocks noGrp="1"/>
          </p:cNvSpPr>
          <p:nvPr>
            <p:ph type="sldNum" idx="12"/>
          </p:nvPr>
        </p:nvSpPr>
        <p:spPr>
          <a:xfrm>
            <a:off x="10563649" y="6416677"/>
            <a:ext cx="1015735" cy="365125"/>
          </a:xfrm>
          <a:prstGeom prst="rect">
            <a:avLst/>
          </a:prstGeom>
          <a:noFill/>
          <a:ln>
            <a:noFill/>
          </a:ln>
        </p:spPr>
        <p:txBody>
          <a:bodyPr spcFirstLastPara="1" wrap="square" lIns="0" tIns="45700" rIns="0"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20"/>
          <p:cNvSpPr txBox="1">
            <a:spLocks noGrp="1"/>
          </p:cNvSpPr>
          <p:nvPr>
            <p:ph type="title"/>
          </p:nvPr>
        </p:nvSpPr>
        <p:spPr>
          <a:xfrm>
            <a:off x="2133045" y="609600"/>
            <a:ext cx="9446339" cy="1828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Clr>
                <a:srgbClr val="DCC577"/>
              </a:buClr>
              <a:buSzPts val="4800"/>
              <a:buFont typeface="Lucida Sans"/>
              <a:buNone/>
              <a:defRPr sz="4800" b="1" cap="none">
                <a:solidFill>
                  <a:srgbClr val="DCC577"/>
                </a:solidFill>
                <a:latin typeface="Lucida Sans"/>
                <a:ea typeface="Lucida Sans"/>
                <a:cs typeface="Lucida Sans"/>
                <a:sym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0"/>
          <p:cNvSpPr txBox="1">
            <a:spLocks noGrp="1"/>
          </p:cNvSpPr>
          <p:nvPr>
            <p:ph type="body" idx="1"/>
          </p:nvPr>
        </p:nvSpPr>
        <p:spPr>
          <a:xfrm>
            <a:off x="2133045" y="2507786"/>
            <a:ext cx="9446339" cy="1509712"/>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1300"/>
              <a:buNone/>
              <a:defRPr sz="2000">
                <a:solidFill>
                  <a:schemeClr val="lt1"/>
                </a:solidFill>
              </a:defRPr>
            </a:lvl1pPr>
            <a:lvl2pPr marL="914400" lvl="1" indent="-228600" algn="l">
              <a:spcBef>
                <a:spcPts val="360"/>
              </a:spcBef>
              <a:spcAft>
                <a:spcPts val="0"/>
              </a:spcAft>
              <a:buSzPts val="1440"/>
              <a:buNone/>
              <a:defRPr sz="1800">
                <a:solidFill>
                  <a:schemeClr val="lt1"/>
                </a:solidFill>
              </a:defRPr>
            </a:lvl2pPr>
            <a:lvl3pPr marL="1371600" lvl="2" indent="-228600" algn="l">
              <a:spcBef>
                <a:spcPts val="320"/>
              </a:spcBef>
              <a:spcAft>
                <a:spcPts val="0"/>
              </a:spcAft>
              <a:buSzPts val="1520"/>
              <a:buNone/>
              <a:defRPr sz="1600">
                <a:solidFill>
                  <a:schemeClr val="lt1"/>
                </a:solidFill>
              </a:defRPr>
            </a:lvl3pPr>
            <a:lvl4pPr marL="1828800" lvl="3" indent="-228600" algn="l">
              <a:spcBef>
                <a:spcPts val="280"/>
              </a:spcBef>
              <a:spcAft>
                <a:spcPts val="0"/>
              </a:spcAft>
              <a:buSzPts val="1400"/>
              <a:buNone/>
              <a:defRPr sz="1400">
                <a:solidFill>
                  <a:schemeClr val="lt1"/>
                </a:solidFill>
              </a:defRPr>
            </a:lvl4pPr>
            <a:lvl5pPr marL="2286000" lvl="4" indent="-228600" algn="l">
              <a:spcBef>
                <a:spcPts val="280"/>
              </a:spcBef>
              <a:spcAft>
                <a:spcPts val="0"/>
              </a:spcAft>
              <a:buSzPts val="1400"/>
              <a:buNone/>
              <a:defRPr sz="1400">
                <a:solidFill>
                  <a:schemeClr val="lt1"/>
                </a:solidFill>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26" name="Google Shape;26;p20"/>
          <p:cNvSpPr txBox="1">
            <a:spLocks noGrp="1"/>
          </p:cNvSpPr>
          <p:nvPr>
            <p:ph type="dt" idx="10"/>
          </p:nvPr>
        </p:nvSpPr>
        <p:spPr>
          <a:xfrm>
            <a:off x="609441" y="6416677"/>
            <a:ext cx="2844059"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0"/>
          <p:cNvSpPr txBox="1">
            <a:spLocks noGrp="1"/>
          </p:cNvSpPr>
          <p:nvPr>
            <p:ph type="ftr" idx="11"/>
          </p:nvPr>
        </p:nvSpPr>
        <p:spPr>
          <a:xfrm>
            <a:off x="4164515" y="6416677"/>
            <a:ext cx="3859795" cy="365125"/>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0"/>
          <p:cNvSpPr txBox="1">
            <a:spLocks noGrp="1"/>
          </p:cNvSpPr>
          <p:nvPr>
            <p:ph type="sldNum" idx="12"/>
          </p:nvPr>
        </p:nvSpPr>
        <p:spPr>
          <a:xfrm>
            <a:off x="10563649" y="6416677"/>
            <a:ext cx="1015735" cy="365125"/>
          </a:xfrm>
          <a:prstGeom prst="rect">
            <a:avLst/>
          </a:prstGeom>
          <a:noFill/>
          <a:ln>
            <a:noFill/>
          </a:ln>
        </p:spPr>
        <p:txBody>
          <a:bodyPr spcFirstLastPara="1" wrap="square" lIns="0" tIns="45700" rIns="0"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1"/>
          <p:cNvSpPr txBox="1">
            <a:spLocks noGrp="1"/>
          </p:cNvSpPr>
          <p:nvPr>
            <p:ph type="title"/>
          </p:nvPr>
        </p:nvSpPr>
        <p:spPr>
          <a:xfrm>
            <a:off x="609441" y="274638"/>
            <a:ext cx="10969943"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EAD59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1"/>
          <p:cNvSpPr txBox="1">
            <a:spLocks noGrp="1"/>
          </p:cNvSpPr>
          <p:nvPr>
            <p:ph type="body" idx="1"/>
          </p:nvPr>
        </p:nvSpPr>
        <p:spPr>
          <a:xfrm>
            <a:off x="609441" y="1600202"/>
            <a:ext cx="5383398" cy="4525963"/>
          </a:xfrm>
          <a:prstGeom prst="rect">
            <a:avLst/>
          </a:prstGeom>
          <a:noFill/>
          <a:ln>
            <a:noFill/>
          </a:ln>
        </p:spPr>
        <p:txBody>
          <a:bodyPr spcFirstLastPara="1" wrap="square" lIns="91425" tIns="45700" rIns="91425" bIns="45700" anchor="t" anchorCtr="0">
            <a:normAutofit/>
          </a:bodyPr>
          <a:lstStyle>
            <a:lvl1pPr marL="457200" lvl="0" indent="-335915" algn="l">
              <a:spcBef>
                <a:spcPts val="520"/>
              </a:spcBef>
              <a:spcAft>
                <a:spcPts val="0"/>
              </a:spcAft>
              <a:buSzPts val="1690"/>
              <a:buChar char="▣"/>
              <a:defRPr sz="2600"/>
            </a:lvl1pPr>
            <a:lvl2pPr marL="914400" lvl="1" indent="-350519" algn="l">
              <a:spcBef>
                <a:spcPts val="480"/>
              </a:spcBef>
              <a:spcAft>
                <a:spcPts val="0"/>
              </a:spcAft>
              <a:buSzPts val="1920"/>
              <a:buChar char="◼"/>
              <a:defRPr sz="2400"/>
            </a:lvl2pPr>
            <a:lvl3pPr marL="1371600" lvl="2" indent="-349250" algn="l">
              <a:spcBef>
                <a:spcPts val="400"/>
              </a:spcBef>
              <a:spcAft>
                <a:spcPts val="0"/>
              </a:spcAft>
              <a:buSzPts val="19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2" name="Google Shape;32;p21"/>
          <p:cNvSpPr txBox="1">
            <a:spLocks noGrp="1"/>
          </p:cNvSpPr>
          <p:nvPr>
            <p:ph type="body" idx="2"/>
          </p:nvPr>
        </p:nvSpPr>
        <p:spPr>
          <a:xfrm>
            <a:off x="6195986" y="1600202"/>
            <a:ext cx="5383398" cy="4525963"/>
          </a:xfrm>
          <a:prstGeom prst="rect">
            <a:avLst/>
          </a:prstGeom>
          <a:noFill/>
          <a:ln>
            <a:noFill/>
          </a:ln>
        </p:spPr>
        <p:txBody>
          <a:bodyPr spcFirstLastPara="1" wrap="square" lIns="91425" tIns="45700" rIns="91425" bIns="45700" anchor="t" anchorCtr="0">
            <a:normAutofit/>
          </a:bodyPr>
          <a:lstStyle>
            <a:lvl1pPr marL="457200" lvl="0" indent="-335915" algn="l">
              <a:spcBef>
                <a:spcPts val="520"/>
              </a:spcBef>
              <a:spcAft>
                <a:spcPts val="0"/>
              </a:spcAft>
              <a:buSzPts val="1690"/>
              <a:buChar char="▣"/>
              <a:defRPr sz="2600"/>
            </a:lvl1pPr>
            <a:lvl2pPr marL="914400" lvl="1" indent="-350519" algn="l">
              <a:spcBef>
                <a:spcPts val="480"/>
              </a:spcBef>
              <a:spcAft>
                <a:spcPts val="0"/>
              </a:spcAft>
              <a:buSzPts val="1920"/>
              <a:buChar char="◼"/>
              <a:defRPr sz="2400"/>
            </a:lvl2pPr>
            <a:lvl3pPr marL="1371600" lvl="2" indent="-349250" algn="l">
              <a:spcBef>
                <a:spcPts val="400"/>
              </a:spcBef>
              <a:spcAft>
                <a:spcPts val="0"/>
              </a:spcAft>
              <a:buSzPts val="19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3" name="Google Shape;33;p21"/>
          <p:cNvSpPr txBox="1">
            <a:spLocks noGrp="1"/>
          </p:cNvSpPr>
          <p:nvPr>
            <p:ph type="dt" idx="10"/>
          </p:nvPr>
        </p:nvSpPr>
        <p:spPr>
          <a:xfrm>
            <a:off x="609441" y="6416677"/>
            <a:ext cx="2844059"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1"/>
          <p:cNvSpPr txBox="1">
            <a:spLocks noGrp="1"/>
          </p:cNvSpPr>
          <p:nvPr>
            <p:ph type="ftr" idx="11"/>
          </p:nvPr>
        </p:nvSpPr>
        <p:spPr>
          <a:xfrm>
            <a:off x="4164515" y="6416677"/>
            <a:ext cx="3859795" cy="365125"/>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1"/>
          <p:cNvSpPr txBox="1">
            <a:spLocks noGrp="1"/>
          </p:cNvSpPr>
          <p:nvPr>
            <p:ph type="sldNum" idx="12"/>
          </p:nvPr>
        </p:nvSpPr>
        <p:spPr>
          <a:xfrm>
            <a:off x="10563649" y="6416677"/>
            <a:ext cx="1015735" cy="365125"/>
          </a:xfrm>
          <a:prstGeom prst="rect">
            <a:avLst/>
          </a:prstGeom>
          <a:noFill/>
          <a:ln>
            <a:noFill/>
          </a:ln>
        </p:spPr>
        <p:txBody>
          <a:bodyPr spcFirstLastPara="1" wrap="square" lIns="0" tIns="45700" rIns="0"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2"/>
          <p:cNvSpPr txBox="1">
            <a:spLocks noGrp="1"/>
          </p:cNvSpPr>
          <p:nvPr>
            <p:ph type="title"/>
          </p:nvPr>
        </p:nvSpPr>
        <p:spPr>
          <a:xfrm>
            <a:off x="609441" y="273050"/>
            <a:ext cx="10969943"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EAD594"/>
              </a:buClr>
              <a:buSzPts val="4100"/>
              <a:buFont typeface="Lucida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2"/>
          <p:cNvSpPr txBox="1">
            <a:spLocks noGrp="1"/>
          </p:cNvSpPr>
          <p:nvPr>
            <p:ph type="body" idx="1"/>
          </p:nvPr>
        </p:nvSpPr>
        <p:spPr>
          <a:xfrm>
            <a:off x="609441" y="1535113"/>
            <a:ext cx="5385514" cy="750887"/>
          </a:xfrm>
          <a:prstGeom prst="rect">
            <a:avLst/>
          </a:prstGeom>
          <a:noFill/>
          <a:ln>
            <a:noFill/>
          </a:ln>
        </p:spPr>
        <p:txBody>
          <a:bodyPr spcFirstLastPara="1" wrap="square" lIns="91425" tIns="45700" rIns="91425" bIns="45700" anchor="ctr" anchorCtr="0">
            <a:normAutofit/>
          </a:bodyPr>
          <a:lstStyle>
            <a:lvl1pPr marL="457200" lvl="0" indent="-228600" algn="l">
              <a:spcBef>
                <a:spcPts val="480"/>
              </a:spcBef>
              <a:spcAft>
                <a:spcPts val="0"/>
              </a:spcAft>
              <a:buSzPts val="1560"/>
              <a:buNone/>
              <a:defRPr sz="2400" b="0" cap="none">
                <a:solidFill>
                  <a:schemeClr val="lt1"/>
                </a:solidFill>
              </a:defRPr>
            </a:lvl1pPr>
            <a:lvl2pPr marL="914400" lvl="1" indent="-228600" algn="l">
              <a:spcBef>
                <a:spcPts val="400"/>
              </a:spcBef>
              <a:spcAft>
                <a:spcPts val="0"/>
              </a:spcAft>
              <a:buSzPts val="1600"/>
              <a:buNone/>
              <a:defRPr sz="2000" b="1"/>
            </a:lvl2pPr>
            <a:lvl3pPr marL="1371600" lvl="2" indent="-228600" algn="l">
              <a:spcBef>
                <a:spcPts val="360"/>
              </a:spcBef>
              <a:spcAft>
                <a:spcPts val="0"/>
              </a:spcAft>
              <a:buSzPts val="171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None/>
              <a:defRPr sz="1600" b="1"/>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9" name="Google Shape;39;p22"/>
          <p:cNvSpPr txBox="1">
            <a:spLocks noGrp="1"/>
          </p:cNvSpPr>
          <p:nvPr>
            <p:ph type="body" idx="2"/>
          </p:nvPr>
        </p:nvSpPr>
        <p:spPr>
          <a:xfrm>
            <a:off x="6191755" y="1535113"/>
            <a:ext cx="5387630" cy="750887"/>
          </a:xfrm>
          <a:prstGeom prst="rect">
            <a:avLst/>
          </a:prstGeom>
          <a:noFill/>
          <a:ln>
            <a:noFill/>
          </a:ln>
        </p:spPr>
        <p:txBody>
          <a:bodyPr spcFirstLastPara="1" wrap="square" lIns="91425" tIns="45700" rIns="91425" bIns="45700" anchor="ctr" anchorCtr="0">
            <a:normAutofit/>
          </a:bodyPr>
          <a:lstStyle>
            <a:lvl1pPr marL="457200" lvl="0" indent="-228600" algn="l">
              <a:spcBef>
                <a:spcPts val="480"/>
              </a:spcBef>
              <a:spcAft>
                <a:spcPts val="0"/>
              </a:spcAft>
              <a:buSzPts val="1560"/>
              <a:buNone/>
              <a:defRPr sz="2400" b="0" cap="none">
                <a:solidFill>
                  <a:schemeClr val="lt1"/>
                </a:solidFill>
              </a:defRPr>
            </a:lvl1pPr>
            <a:lvl2pPr marL="914400" lvl="1" indent="-228600" algn="l">
              <a:spcBef>
                <a:spcPts val="400"/>
              </a:spcBef>
              <a:spcAft>
                <a:spcPts val="0"/>
              </a:spcAft>
              <a:buSzPts val="1600"/>
              <a:buNone/>
              <a:defRPr sz="2000" b="1"/>
            </a:lvl2pPr>
            <a:lvl3pPr marL="1371600" lvl="2" indent="-228600" algn="l">
              <a:spcBef>
                <a:spcPts val="360"/>
              </a:spcBef>
              <a:spcAft>
                <a:spcPts val="0"/>
              </a:spcAft>
              <a:buSzPts val="171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None/>
              <a:defRPr sz="1600" b="1"/>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0" name="Google Shape;40;p22"/>
          <p:cNvSpPr txBox="1">
            <a:spLocks noGrp="1"/>
          </p:cNvSpPr>
          <p:nvPr>
            <p:ph type="body" idx="3"/>
          </p:nvPr>
        </p:nvSpPr>
        <p:spPr>
          <a:xfrm>
            <a:off x="609441" y="2362202"/>
            <a:ext cx="5385514" cy="3763963"/>
          </a:xfrm>
          <a:prstGeom prst="rect">
            <a:avLst/>
          </a:prstGeom>
          <a:noFill/>
          <a:ln>
            <a:noFill/>
          </a:ln>
        </p:spPr>
        <p:txBody>
          <a:bodyPr spcFirstLastPara="1" wrap="square" lIns="91425" tIns="45700" rIns="91425" bIns="45700" anchor="t" anchorCtr="0">
            <a:normAutofit/>
          </a:bodyPr>
          <a:lstStyle>
            <a:lvl1pPr marL="457200" lvl="0" indent="-327660" algn="l">
              <a:spcBef>
                <a:spcPts val="480"/>
              </a:spcBef>
              <a:spcAft>
                <a:spcPts val="0"/>
              </a:spcAft>
              <a:buSzPts val="1560"/>
              <a:buChar char="▣"/>
              <a:defRPr sz="2400"/>
            </a:lvl1pPr>
            <a:lvl2pPr marL="914400" lvl="1" indent="-330200" algn="l">
              <a:spcBef>
                <a:spcPts val="400"/>
              </a:spcBef>
              <a:spcAft>
                <a:spcPts val="0"/>
              </a:spcAft>
              <a:buSzPts val="1600"/>
              <a:buChar char="◼"/>
              <a:defRPr sz="2000"/>
            </a:lvl2pPr>
            <a:lvl3pPr marL="1371600" lvl="2" indent="-337185" algn="l">
              <a:spcBef>
                <a:spcPts val="360"/>
              </a:spcBef>
              <a:spcAft>
                <a:spcPts val="0"/>
              </a:spcAft>
              <a:buSzPts val="171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Char char="■"/>
              <a:defRPr sz="1600"/>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1" name="Google Shape;41;p22"/>
          <p:cNvSpPr txBox="1">
            <a:spLocks noGrp="1"/>
          </p:cNvSpPr>
          <p:nvPr>
            <p:ph type="body" idx="4"/>
          </p:nvPr>
        </p:nvSpPr>
        <p:spPr>
          <a:xfrm>
            <a:off x="6191755" y="2362202"/>
            <a:ext cx="5387630" cy="3763963"/>
          </a:xfrm>
          <a:prstGeom prst="rect">
            <a:avLst/>
          </a:prstGeom>
          <a:noFill/>
          <a:ln>
            <a:noFill/>
          </a:ln>
        </p:spPr>
        <p:txBody>
          <a:bodyPr spcFirstLastPara="1" wrap="square" lIns="91425" tIns="45700" rIns="91425" bIns="45700" anchor="t" anchorCtr="0">
            <a:normAutofit/>
          </a:bodyPr>
          <a:lstStyle>
            <a:lvl1pPr marL="457200" lvl="0" indent="-327660" algn="l">
              <a:spcBef>
                <a:spcPts val="480"/>
              </a:spcBef>
              <a:spcAft>
                <a:spcPts val="0"/>
              </a:spcAft>
              <a:buSzPts val="1560"/>
              <a:buChar char="▣"/>
              <a:defRPr sz="2400"/>
            </a:lvl1pPr>
            <a:lvl2pPr marL="914400" lvl="1" indent="-330200" algn="l">
              <a:spcBef>
                <a:spcPts val="400"/>
              </a:spcBef>
              <a:spcAft>
                <a:spcPts val="0"/>
              </a:spcAft>
              <a:buSzPts val="1600"/>
              <a:buChar char="◼"/>
              <a:defRPr sz="2000"/>
            </a:lvl2pPr>
            <a:lvl3pPr marL="1371600" lvl="2" indent="-337185" algn="l">
              <a:spcBef>
                <a:spcPts val="360"/>
              </a:spcBef>
              <a:spcAft>
                <a:spcPts val="0"/>
              </a:spcAft>
              <a:buSzPts val="171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Char char="■"/>
              <a:defRPr sz="1600"/>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2" name="Google Shape;42;p22"/>
          <p:cNvSpPr txBox="1">
            <a:spLocks noGrp="1"/>
          </p:cNvSpPr>
          <p:nvPr>
            <p:ph type="dt" idx="10"/>
          </p:nvPr>
        </p:nvSpPr>
        <p:spPr>
          <a:xfrm>
            <a:off x="609441" y="6416677"/>
            <a:ext cx="2844059"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2"/>
          <p:cNvSpPr txBox="1">
            <a:spLocks noGrp="1"/>
          </p:cNvSpPr>
          <p:nvPr>
            <p:ph type="ftr" idx="11"/>
          </p:nvPr>
        </p:nvSpPr>
        <p:spPr>
          <a:xfrm>
            <a:off x="4164515" y="6416677"/>
            <a:ext cx="3859795" cy="365125"/>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2"/>
          <p:cNvSpPr txBox="1">
            <a:spLocks noGrp="1"/>
          </p:cNvSpPr>
          <p:nvPr>
            <p:ph type="sldNum" idx="12"/>
          </p:nvPr>
        </p:nvSpPr>
        <p:spPr>
          <a:xfrm>
            <a:off x="10563649" y="6416677"/>
            <a:ext cx="1015735" cy="365125"/>
          </a:xfrm>
          <a:prstGeom prst="rect">
            <a:avLst/>
          </a:prstGeom>
          <a:noFill/>
          <a:ln>
            <a:noFill/>
          </a:ln>
        </p:spPr>
        <p:txBody>
          <a:bodyPr spcFirstLastPara="1" wrap="square" lIns="0" tIns="45700" rIns="0"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3"/>
          <p:cNvSpPr txBox="1">
            <a:spLocks noGrp="1"/>
          </p:cNvSpPr>
          <p:nvPr>
            <p:ph type="title"/>
          </p:nvPr>
        </p:nvSpPr>
        <p:spPr>
          <a:xfrm>
            <a:off x="609441" y="274638"/>
            <a:ext cx="10969943"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EAD59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3"/>
          <p:cNvSpPr txBox="1">
            <a:spLocks noGrp="1"/>
          </p:cNvSpPr>
          <p:nvPr>
            <p:ph type="dt" idx="10"/>
          </p:nvPr>
        </p:nvSpPr>
        <p:spPr>
          <a:xfrm>
            <a:off x="609441" y="6416677"/>
            <a:ext cx="2844059"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3"/>
          <p:cNvSpPr txBox="1">
            <a:spLocks noGrp="1"/>
          </p:cNvSpPr>
          <p:nvPr>
            <p:ph type="ftr" idx="11"/>
          </p:nvPr>
        </p:nvSpPr>
        <p:spPr>
          <a:xfrm>
            <a:off x="4164515" y="6416677"/>
            <a:ext cx="3859795" cy="365125"/>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3"/>
          <p:cNvSpPr txBox="1">
            <a:spLocks noGrp="1"/>
          </p:cNvSpPr>
          <p:nvPr>
            <p:ph type="sldNum" idx="12"/>
          </p:nvPr>
        </p:nvSpPr>
        <p:spPr>
          <a:xfrm>
            <a:off x="10563649" y="6416677"/>
            <a:ext cx="1015735" cy="365125"/>
          </a:xfrm>
          <a:prstGeom prst="rect">
            <a:avLst/>
          </a:prstGeom>
          <a:noFill/>
          <a:ln>
            <a:noFill/>
          </a:ln>
        </p:spPr>
        <p:txBody>
          <a:bodyPr spcFirstLastPara="1" wrap="square" lIns="0" tIns="45700" rIns="0"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4"/>
          <p:cNvSpPr txBox="1">
            <a:spLocks noGrp="1"/>
          </p:cNvSpPr>
          <p:nvPr>
            <p:ph type="dt" idx="10"/>
          </p:nvPr>
        </p:nvSpPr>
        <p:spPr>
          <a:xfrm>
            <a:off x="609441" y="6416677"/>
            <a:ext cx="2844059"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4164515" y="6416677"/>
            <a:ext cx="3859795" cy="365125"/>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10563649" y="6416677"/>
            <a:ext cx="1015735" cy="365125"/>
          </a:xfrm>
          <a:prstGeom prst="rect">
            <a:avLst/>
          </a:prstGeom>
          <a:noFill/>
          <a:ln>
            <a:noFill/>
          </a:ln>
        </p:spPr>
        <p:txBody>
          <a:bodyPr spcFirstLastPara="1" wrap="square" lIns="0" tIns="45700" rIns="0"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5"/>
          <p:cNvSpPr txBox="1">
            <a:spLocks noGrp="1"/>
          </p:cNvSpPr>
          <p:nvPr>
            <p:ph type="title"/>
          </p:nvPr>
        </p:nvSpPr>
        <p:spPr>
          <a:xfrm>
            <a:off x="609442" y="273050"/>
            <a:ext cx="4010040"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F4DB8A"/>
              </a:buClr>
              <a:buSzPts val="2200"/>
              <a:buFont typeface="Lucida Sans"/>
              <a:buNone/>
              <a:defRPr sz="2200" b="0">
                <a:solidFill>
                  <a:srgbClr val="F4DB8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5"/>
          <p:cNvSpPr txBox="1">
            <a:spLocks noGrp="1"/>
          </p:cNvSpPr>
          <p:nvPr>
            <p:ph type="body" idx="1"/>
          </p:nvPr>
        </p:nvSpPr>
        <p:spPr>
          <a:xfrm>
            <a:off x="609442" y="1524002"/>
            <a:ext cx="4010040" cy="46021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SzPts val="910"/>
              <a:buNone/>
              <a:defRPr sz="1400"/>
            </a:lvl1pPr>
            <a:lvl2pPr marL="914400" lvl="1" indent="-228600" algn="l">
              <a:spcBef>
                <a:spcPts val="240"/>
              </a:spcBef>
              <a:spcAft>
                <a:spcPts val="0"/>
              </a:spcAft>
              <a:buSzPts val="960"/>
              <a:buNone/>
              <a:defRPr sz="1200"/>
            </a:lvl2pPr>
            <a:lvl3pPr marL="1371600" lvl="2" indent="-228600" algn="l">
              <a:spcBef>
                <a:spcPts val="200"/>
              </a:spcBef>
              <a:spcAft>
                <a:spcPts val="0"/>
              </a:spcAft>
              <a:buSzPts val="95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7" name="Google Shape;57;p25"/>
          <p:cNvSpPr txBox="1">
            <a:spLocks noGrp="1"/>
          </p:cNvSpPr>
          <p:nvPr>
            <p:ph type="body" idx="2"/>
          </p:nvPr>
        </p:nvSpPr>
        <p:spPr>
          <a:xfrm>
            <a:off x="4765492" y="273052"/>
            <a:ext cx="6813892" cy="5853113"/>
          </a:xfrm>
          <a:prstGeom prst="rect">
            <a:avLst/>
          </a:prstGeom>
          <a:noFill/>
          <a:ln>
            <a:noFill/>
          </a:ln>
        </p:spPr>
        <p:txBody>
          <a:bodyPr spcFirstLastPara="1" wrap="square" lIns="91425" tIns="45700" rIns="91425" bIns="45700" anchor="t" anchorCtr="0">
            <a:normAutofit/>
          </a:bodyPr>
          <a:lstStyle>
            <a:lvl1pPr marL="457200" lvl="0" indent="-335915" algn="l">
              <a:spcBef>
                <a:spcPts val="520"/>
              </a:spcBef>
              <a:spcAft>
                <a:spcPts val="0"/>
              </a:spcAft>
              <a:buSzPts val="1690"/>
              <a:buChar char="▣"/>
              <a:defRPr sz="2600"/>
            </a:lvl1pPr>
            <a:lvl2pPr marL="914400" lvl="1" indent="-350519" algn="l">
              <a:spcBef>
                <a:spcPts val="480"/>
              </a:spcBef>
              <a:spcAft>
                <a:spcPts val="0"/>
              </a:spcAft>
              <a:buSzPts val="1920"/>
              <a:buChar char="◼"/>
              <a:defRPr sz="2400"/>
            </a:lvl2pPr>
            <a:lvl3pPr marL="1371600" lvl="2" indent="-361314" algn="l">
              <a:spcBef>
                <a:spcPts val="440"/>
              </a:spcBef>
              <a:spcAft>
                <a:spcPts val="0"/>
              </a:spcAft>
              <a:buSzPts val="2090"/>
              <a:buChar char="🢭"/>
              <a:defRPr sz="2200"/>
            </a:lvl3pPr>
            <a:lvl4pPr marL="1828800" lvl="3" indent="-355600" algn="l">
              <a:spcBef>
                <a:spcPts val="400"/>
              </a:spcBef>
              <a:spcAft>
                <a:spcPts val="0"/>
              </a:spcAft>
              <a:buSzPts val="2000"/>
              <a:buChar char="🢝"/>
              <a:defRPr sz="20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8" name="Google Shape;58;p25"/>
          <p:cNvSpPr txBox="1">
            <a:spLocks noGrp="1"/>
          </p:cNvSpPr>
          <p:nvPr>
            <p:ph type="dt" idx="10"/>
          </p:nvPr>
        </p:nvSpPr>
        <p:spPr>
          <a:xfrm>
            <a:off x="609441" y="6416677"/>
            <a:ext cx="2844059"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5"/>
          <p:cNvSpPr txBox="1">
            <a:spLocks noGrp="1"/>
          </p:cNvSpPr>
          <p:nvPr>
            <p:ph type="ftr" idx="11"/>
          </p:nvPr>
        </p:nvSpPr>
        <p:spPr>
          <a:xfrm>
            <a:off x="4164515" y="6416677"/>
            <a:ext cx="3859795" cy="365125"/>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5"/>
          <p:cNvSpPr txBox="1">
            <a:spLocks noGrp="1"/>
          </p:cNvSpPr>
          <p:nvPr>
            <p:ph type="sldNum" idx="12"/>
          </p:nvPr>
        </p:nvSpPr>
        <p:spPr>
          <a:xfrm>
            <a:off x="10563649" y="6416677"/>
            <a:ext cx="1015735" cy="365125"/>
          </a:xfrm>
          <a:prstGeom prst="rect">
            <a:avLst/>
          </a:prstGeom>
          <a:noFill/>
          <a:ln>
            <a:noFill/>
          </a:ln>
        </p:spPr>
        <p:txBody>
          <a:bodyPr spcFirstLastPara="1" wrap="square" lIns="0" tIns="45700" rIns="0"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6"/>
          <p:cNvSpPr txBox="1">
            <a:spLocks noGrp="1"/>
          </p:cNvSpPr>
          <p:nvPr>
            <p:ph type="title"/>
          </p:nvPr>
        </p:nvSpPr>
        <p:spPr>
          <a:xfrm>
            <a:off x="2437765" y="609600"/>
            <a:ext cx="7313295" cy="522288"/>
          </a:xfrm>
          <a:prstGeom prst="rect">
            <a:avLst/>
          </a:prstGeom>
          <a:noFill/>
          <a:ln>
            <a:noFill/>
          </a:ln>
        </p:spPr>
        <p:txBody>
          <a:bodyPr spcFirstLastPara="1" wrap="square" lIns="45700" tIns="45700" rIns="45700" bIns="0" anchor="b" anchorCtr="0">
            <a:normAutofit/>
          </a:bodyPr>
          <a:lstStyle>
            <a:lvl1pPr lvl="0" algn="ctr">
              <a:spcBef>
                <a:spcPts val="0"/>
              </a:spcBef>
              <a:spcAft>
                <a:spcPts val="0"/>
              </a:spcAft>
              <a:buClr>
                <a:srgbClr val="EAD594"/>
              </a:buClr>
              <a:buSzPts val="2000"/>
              <a:buFont typeface="Lucida Sans"/>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6"/>
          <p:cNvSpPr>
            <a:spLocks noGrp="1"/>
          </p:cNvSpPr>
          <p:nvPr>
            <p:ph type="pic" idx="2"/>
          </p:nvPr>
        </p:nvSpPr>
        <p:spPr>
          <a:xfrm>
            <a:off x="2437765" y="1831975"/>
            <a:ext cx="7313295" cy="3962400"/>
          </a:xfrm>
          <a:prstGeom prst="rect">
            <a:avLst/>
          </a:prstGeom>
          <a:solidFill>
            <a:schemeClr val="dk2"/>
          </a:solidFill>
          <a:ln w="44450" cap="sq" cmpd="sng">
            <a:solidFill>
              <a:srgbClr val="FFFFFF"/>
            </a:solidFill>
            <a:prstDash val="solid"/>
            <a:miter lim="800000"/>
            <a:headEnd type="none" w="sm" len="sm"/>
            <a:tailEnd type="none" w="sm" len="sm"/>
          </a:ln>
          <a:effectLst>
            <a:outerShdw blurRad="190500" dist="228600" dir="2700000" sy="90000">
              <a:srgbClr val="000000">
                <a:alpha val="24705"/>
              </a:srgbClr>
            </a:outerShdw>
          </a:effectLst>
        </p:spPr>
      </p:sp>
      <p:sp>
        <p:nvSpPr>
          <p:cNvPr id="64" name="Google Shape;64;p26"/>
          <p:cNvSpPr txBox="1">
            <a:spLocks noGrp="1"/>
          </p:cNvSpPr>
          <p:nvPr>
            <p:ph type="body" idx="1"/>
          </p:nvPr>
        </p:nvSpPr>
        <p:spPr>
          <a:xfrm>
            <a:off x="2437765" y="1166787"/>
            <a:ext cx="7313295" cy="530352"/>
          </a:xfrm>
          <a:prstGeom prst="rect">
            <a:avLst/>
          </a:prstGeom>
          <a:noFill/>
          <a:ln>
            <a:noFill/>
          </a:ln>
        </p:spPr>
        <p:txBody>
          <a:bodyPr spcFirstLastPara="1" wrap="square" lIns="45700" tIns="45700" rIns="45700" bIns="45700" anchor="t" anchorCtr="0">
            <a:normAutofit/>
          </a:bodyPr>
          <a:lstStyle>
            <a:lvl1pPr marL="457200" lvl="0" indent="-228600" algn="ctr">
              <a:spcBef>
                <a:spcPts val="280"/>
              </a:spcBef>
              <a:spcAft>
                <a:spcPts val="0"/>
              </a:spcAft>
              <a:buSzPts val="910"/>
              <a:buNone/>
              <a:defRPr sz="1400"/>
            </a:lvl1pPr>
            <a:lvl2pPr marL="914400" lvl="1" indent="-289560" algn="l">
              <a:spcBef>
                <a:spcPts val="240"/>
              </a:spcBef>
              <a:spcAft>
                <a:spcPts val="0"/>
              </a:spcAft>
              <a:buSzPts val="960"/>
              <a:buChar char="◼"/>
              <a:defRPr sz="1200"/>
            </a:lvl2pPr>
            <a:lvl3pPr marL="1371600" lvl="2" indent="-288925" algn="l">
              <a:spcBef>
                <a:spcPts val="200"/>
              </a:spcBef>
              <a:spcAft>
                <a:spcPts val="0"/>
              </a:spcAft>
              <a:buSzPts val="950"/>
              <a:buChar char="🢭"/>
              <a:defRPr sz="1000"/>
            </a:lvl3pPr>
            <a:lvl4pPr marL="1828800" lvl="3" indent="-285750" algn="l">
              <a:spcBef>
                <a:spcPts val="180"/>
              </a:spcBef>
              <a:spcAft>
                <a:spcPts val="0"/>
              </a:spcAft>
              <a:buSzPts val="900"/>
              <a:buChar char="🢝"/>
              <a:defRPr sz="900"/>
            </a:lvl4pPr>
            <a:lvl5pPr marL="2286000" lvl="4" indent="-285750" algn="l">
              <a:spcBef>
                <a:spcPts val="180"/>
              </a:spcBef>
              <a:spcAft>
                <a:spcPts val="0"/>
              </a:spcAft>
              <a:buSzPts val="900"/>
              <a:buChar char="■"/>
              <a:defRPr sz="900"/>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5" name="Google Shape;65;p26"/>
          <p:cNvSpPr txBox="1">
            <a:spLocks noGrp="1"/>
          </p:cNvSpPr>
          <p:nvPr>
            <p:ph type="dt" idx="10"/>
          </p:nvPr>
        </p:nvSpPr>
        <p:spPr>
          <a:xfrm>
            <a:off x="609441" y="6416677"/>
            <a:ext cx="2844059"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6"/>
          <p:cNvSpPr txBox="1">
            <a:spLocks noGrp="1"/>
          </p:cNvSpPr>
          <p:nvPr>
            <p:ph type="ftr" idx="11"/>
          </p:nvPr>
        </p:nvSpPr>
        <p:spPr>
          <a:xfrm>
            <a:off x="4164515" y="6416677"/>
            <a:ext cx="3859795" cy="365125"/>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6"/>
          <p:cNvSpPr txBox="1">
            <a:spLocks noGrp="1"/>
          </p:cNvSpPr>
          <p:nvPr>
            <p:ph type="sldNum" idx="12"/>
          </p:nvPr>
        </p:nvSpPr>
        <p:spPr>
          <a:xfrm>
            <a:off x="10563649" y="6416677"/>
            <a:ext cx="1015735" cy="365125"/>
          </a:xfrm>
          <a:prstGeom prst="rect">
            <a:avLst/>
          </a:prstGeom>
          <a:noFill/>
          <a:ln>
            <a:noFill/>
          </a:ln>
        </p:spPr>
        <p:txBody>
          <a:bodyPr spcFirstLastPara="1" wrap="square" lIns="0" tIns="45700" rIns="0"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7"/>
          <p:cNvSpPr txBox="1">
            <a:spLocks noGrp="1"/>
          </p:cNvSpPr>
          <p:nvPr>
            <p:ph type="title"/>
          </p:nvPr>
        </p:nvSpPr>
        <p:spPr>
          <a:xfrm>
            <a:off x="609441" y="274638"/>
            <a:ext cx="10969943"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EAD59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7"/>
          <p:cNvSpPr txBox="1">
            <a:spLocks noGrp="1"/>
          </p:cNvSpPr>
          <p:nvPr>
            <p:ph type="body" idx="1"/>
          </p:nvPr>
        </p:nvSpPr>
        <p:spPr>
          <a:xfrm rot="5400000">
            <a:off x="3739832" y="-1530191"/>
            <a:ext cx="4709160" cy="10969943"/>
          </a:xfrm>
          <a:prstGeom prst="rect">
            <a:avLst/>
          </a:prstGeom>
          <a:noFill/>
          <a:ln>
            <a:noFill/>
          </a:ln>
        </p:spPr>
        <p:txBody>
          <a:bodyPr spcFirstLastPara="1" wrap="square" lIns="91425" tIns="45700" rIns="91425" bIns="45700" anchor="t" anchorCtr="0">
            <a:normAutofit/>
          </a:bodyPr>
          <a:lstStyle>
            <a:lvl1pPr marL="457200" lvl="0" indent="-302895" algn="l">
              <a:spcBef>
                <a:spcPts val="360"/>
              </a:spcBef>
              <a:spcAft>
                <a:spcPts val="0"/>
              </a:spcAft>
              <a:buSzPts val="1170"/>
              <a:buChar char="▣"/>
              <a:defRPr/>
            </a:lvl1pPr>
            <a:lvl2pPr marL="914400" lvl="1" indent="-320040" algn="l">
              <a:spcBef>
                <a:spcPts val="360"/>
              </a:spcBef>
              <a:spcAft>
                <a:spcPts val="0"/>
              </a:spcAft>
              <a:buSzPts val="1440"/>
              <a:buChar char="◼"/>
              <a:defRPr/>
            </a:lvl2pPr>
            <a:lvl3pPr marL="1371600" lvl="2" indent="-337185" algn="l">
              <a:spcBef>
                <a:spcPts val="360"/>
              </a:spcBef>
              <a:spcAft>
                <a:spcPts val="0"/>
              </a:spcAft>
              <a:buSzPts val="171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1" name="Google Shape;71;p27"/>
          <p:cNvSpPr txBox="1">
            <a:spLocks noGrp="1"/>
          </p:cNvSpPr>
          <p:nvPr>
            <p:ph type="dt" idx="10"/>
          </p:nvPr>
        </p:nvSpPr>
        <p:spPr>
          <a:xfrm>
            <a:off x="609441" y="6416677"/>
            <a:ext cx="2844059"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7"/>
          <p:cNvSpPr txBox="1">
            <a:spLocks noGrp="1"/>
          </p:cNvSpPr>
          <p:nvPr>
            <p:ph type="ftr" idx="11"/>
          </p:nvPr>
        </p:nvSpPr>
        <p:spPr>
          <a:xfrm>
            <a:off x="4164515" y="6416677"/>
            <a:ext cx="3859795" cy="365125"/>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7"/>
          <p:cNvSpPr txBox="1">
            <a:spLocks noGrp="1"/>
          </p:cNvSpPr>
          <p:nvPr>
            <p:ph type="sldNum" idx="12"/>
          </p:nvPr>
        </p:nvSpPr>
        <p:spPr>
          <a:xfrm>
            <a:off x="10563649" y="6416677"/>
            <a:ext cx="1015735" cy="365125"/>
          </a:xfrm>
          <a:prstGeom prst="rect">
            <a:avLst/>
          </a:prstGeom>
          <a:noFill/>
          <a:ln>
            <a:noFill/>
          </a:ln>
        </p:spPr>
        <p:txBody>
          <a:bodyPr spcFirstLastPara="1" wrap="square" lIns="0" tIns="45700" rIns="0"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8"/>
          <p:cNvSpPr txBox="1">
            <a:spLocks noGrp="1"/>
          </p:cNvSpPr>
          <p:nvPr>
            <p:ph type="title"/>
          </p:nvPr>
        </p:nvSpPr>
        <p:spPr>
          <a:xfrm rot="5400000">
            <a:off x="7282379" y="1829159"/>
            <a:ext cx="5851525" cy="2742486"/>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EAD59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8"/>
          <p:cNvSpPr txBox="1">
            <a:spLocks noGrp="1"/>
          </p:cNvSpPr>
          <p:nvPr>
            <p:ph type="body" idx="1"/>
          </p:nvPr>
        </p:nvSpPr>
        <p:spPr>
          <a:xfrm rot="5400000">
            <a:off x="1695834" y="-811754"/>
            <a:ext cx="5851525" cy="8024310"/>
          </a:xfrm>
          <a:prstGeom prst="rect">
            <a:avLst/>
          </a:prstGeom>
          <a:noFill/>
          <a:ln>
            <a:noFill/>
          </a:ln>
        </p:spPr>
        <p:txBody>
          <a:bodyPr spcFirstLastPara="1" wrap="square" lIns="91425" tIns="45700" rIns="91425" bIns="45700" anchor="t" anchorCtr="0">
            <a:normAutofit/>
          </a:bodyPr>
          <a:lstStyle>
            <a:lvl1pPr marL="457200" lvl="0" indent="-302895" algn="l">
              <a:spcBef>
                <a:spcPts val="360"/>
              </a:spcBef>
              <a:spcAft>
                <a:spcPts val="0"/>
              </a:spcAft>
              <a:buSzPts val="1170"/>
              <a:buChar char="▣"/>
              <a:defRPr/>
            </a:lvl1pPr>
            <a:lvl2pPr marL="914400" lvl="1" indent="-320040" algn="l">
              <a:spcBef>
                <a:spcPts val="360"/>
              </a:spcBef>
              <a:spcAft>
                <a:spcPts val="0"/>
              </a:spcAft>
              <a:buSzPts val="1440"/>
              <a:buChar char="◼"/>
              <a:defRPr/>
            </a:lvl2pPr>
            <a:lvl3pPr marL="1371600" lvl="2" indent="-337185" algn="l">
              <a:spcBef>
                <a:spcPts val="360"/>
              </a:spcBef>
              <a:spcAft>
                <a:spcPts val="0"/>
              </a:spcAft>
              <a:buSzPts val="171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7" name="Google Shape;77;p28"/>
          <p:cNvSpPr txBox="1">
            <a:spLocks noGrp="1"/>
          </p:cNvSpPr>
          <p:nvPr>
            <p:ph type="dt" idx="10"/>
          </p:nvPr>
        </p:nvSpPr>
        <p:spPr>
          <a:xfrm>
            <a:off x="609441" y="6416677"/>
            <a:ext cx="2844059"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8"/>
          <p:cNvSpPr txBox="1">
            <a:spLocks noGrp="1"/>
          </p:cNvSpPr>
          <p:nvPr>
            <p:ph type="ftr" idx="11"/>
          </p:nvPr>
        </p:nvSpPr>
        <p:spPr>
          <a:xfrm>
            <a:off x="4164515" y="6416677"/>
            <a:ext cx="3859795" cy="365125"/>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8"/>
          <p:cNvSpPr txBox="1">
            <a:spLocks noGrp="1"/>
          </p:cNvSpPr>
          <p:nvPr>
            <p:ph type="sldNum" idx="12"/>
          </p:nvPr>
        </p:nvSpPr>
        <p:spPr>
          <a:xfrm>
            <a:off x="10563649" y="6416677"/>
            <a:ext cx="1015735" cy="365125"/>
          </a:xfrm>
          <a:prstGeom prst="rect">
            <a:avLst/>
          </a:prstGeom>
          <a:noFill/>
          <a:ln>
            <a:noFill/>
          </a:ln>
        </p:spPr>
        <p:txBody>
          <a:bodyPr spcFirstLastPara="1" wrap="square" lIns="0" tIns="45700" rIns="0"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609441" y="274638"/>
            <a:ext cx="10969943"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rgbClr val="EAD594"/>
              </a:buClr>
              <a:buSzPts val="4100"/>
              <a:buFont typeface="Lucida Sans"/>
              <a:buNone/>
              <a:defRPr sz="4100" b="1" i="0" u="none" strike="noStrike" cap="none">
                <a:solidFill>
                  <a:srgbClr val="EAD594"/>
                </a:solidFill>
                <a:latin typeface="Lucida Sans"/>
                <a:ea typeface="Lucida Sans"/>
                <a:cs typeface="Lucida Sans"/>
                <a:sym typeface="Lucid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7"/>
          <p:cNvSpPr txBox="1">
            <a:spLocks noGrp="1"/>
          </p:cNvSpPr>
          <p:nvPr>
            <p:ph type="body" idx="1"/>
          </p:nvPr>
        </p:nvSpPr>
        <p:spPr>
          <a:xfrm>
            <a:off x="609441" y="1600200"/>
            <a:ext cx="10969943" cy="4709160"/>
          </a:xfrm>
          <a:prstGeom prst="rect">
            <a:avLst/>
          </a:prstGeom>
          <a:noFill/>
          <a:ln>
            <a:noFill/>
          </a:ln>
        </p:spPr>
        <p:txBody>
          <a:bodyPr spcFirstLastPara="1" wrap="square" lIns="91425" tIns="45700" rIns="91425" bIns="45700" anchor="t" anchorCtr="0">
            <a:normAutofit/>
          </a:bodyPr>
          <a:lstStyle>
            <a:lvl1pPr marL="457200" marR="0" lvl="0" indent="-344170" algn="l" rtl="0">
              <a:spcBef>
                <a:spcPts val="560"/>
              </a:spcBef>
              <a:spcAft>
                <a:spcPts val="0"/>
              </a:spcAft>
              <a:buClr>
                <a:srgbClr val="F9F9F9"/>
              </a:buClr>
              <a:buSzPts val="1820"/>
              <a:buFont typeface="Noto Sans Symbols"/>
              <a:buChar char="▣"/>
              <a:defRPr sz="2800" b="0" i="0" u="none" strike="noStrike" cap="none">
                <a:solidFill>
                  <a:schemeClr val="lt1"/>
                </a:solidFill>
                <a:latin typeface="Book Antiqua"/>
                <a:ea typeface="Book Antiqua"/>
                <a:cs typeface="Book Antiqua"/>
                <a:sym typeface="Book Antiqua"/>
              </a:defRPr>
            </a:lvl1pPr>
            <a:lvl2pPr marL="914400" marR="0" lvl="1" indent="-350519" algn="l" rtl="0">
              <a:spcBef>
                <a:spcPts val="480"/>
              </a:spcBef>
              <a:spcAft>
                <a:spcPts val="0"/>
              </a:spcAft>
              <a:buClr>
                <a:schemeClr val="lt1"/>
              </a:buClr>
              <a:buSzPts val="1920"/>
              <a:buFont typeface="Noto Sans Symbols"/>
              <a:buChar char="◼"/>
              <a:defRPr sz="2400" b="0" i="0" u="none" strike="noStrike" cap="none">
                <a:solidFill>
                  <a:schemeClr val="lt1"/>
                </a:solidFill>
                <a:latin typeface="Book Antiqua"/>
                <a:ea typeface="Book Antiqua"/>
                <a:cs typeface="Book Antiqua"/>
                <a:sym typeface="Book Antiqua"/>
              </a:defRPr>
            </a:lvl2pPr>
            <a:lvl3pPr marL="1371600" marR="0" lvl="2" indent="-361314" algn="l" rtl="0">
              <a:spcBef>
                <a:spcPts val="440"/>
              </a:spcBef>
              <a:spcAft>
                <a:spcPts val="0"/>
              </a:spcAft>
              <a:buClr>
                <a:schemeClr val="lt1"/>
              </a:buClr>
              <a:buSzPts val="2090"/>
              <a:buFont typeface="Noto Sans Symbols"/>
              <a:buChar char="🢭"/>
              <a:defRPr sz="2200" b="0" i="0" u="none" strike="noStrike" cap="none">
                <a:solidFill>
                  <a:schemeClr val="lt1"/>
                </a:solidFill>
                <a:latin typeface="Book Antiqua"/>
                <a:ea typeface="Book Antiqua"/>
                <a:cs typeface="Book Antiqua"/>
                <a:sym typeface="Book Antiqua"/>
              </a:defRPr>
            </a:lvl3pPr>
            <a:lvl4pPr marL="1828800" marR="0" lvl="3" indent="-355600" algn="l" rtl="0">
              <a:spcBef>
                <a:spcPts val="400"/>
              </a:spcBef>
              <a:spcAft>
                <a:spcPts val="0"/>
              </a:spcAft>
              <a:buClr>
                <a:schemeClr val="lt1"/>
              </a:buClr>
              <a:buSzPts val="2000"/>
              <a:buFont typeface="Noto Sans Symbols"/>
              <a:buChar char="🢝"/>
              <a:defRPr sz="2000" b="0" i="0" u="none" strike="noStrike" cap="none">
                <a:solidFill>
                  <a:schemeClr val="lt1"/>
                </a:solidFill>
                <a:latin typeface="Book Antiqua"/>
                <a:ea typeface="Book Antiqua"/>
                <a:cs typeface="Book Antiqua"/>
                <a:sym typeface="Book Antiqua"/>
              </a:defRPr>
            </a:lvl4pPr>
            <a:lvl5pPr marL="2286000" marR="0" lvl="4" indent="-355600" algn="l" rtl="0">
              <a:spcBef>
                <a:spcPts val="400"/>
              </a:spcBef>
              <a:spcAft>
                <a:spcPts val="0"/>
              </a:spcAft>
              <a:buClr>
                <a:schemeClr val="lt1"/>
              </a:buClr>
              <a:buSzPts val="2000"/>
              <a:buFont typeface="Noto Sans Symbols"/>
              <a:buChar char="■"/>
              <a:defRPr sz="2000" b="0" i="0" u="none" strike="noStrike" cap="none">
                <a:solidFill>
                  <a:schemeClr val="lt1"/>
                </a:solidFill>
                <a:latin typeface="Book Antiqua"/>
                <a:ea typeface="Book Antiqua"/>
                <a:cs typeface="Book Antiqua"/>
                <a:sym typeface="Book Antiqua"/>
              </a:defRPr>
            </a:lvl5pPr>
            <a:lvl6pPr marL="2743200" marR="0" lvl="5" indent="-342900" algn="l" rtl="0">
              <a:spcBef>
                <a:spcPts val="360"/>
              </a:spcBef>
              <a:spcAft>
                <a:spcPts val="0"/>
              </a:spcAft>
              <a:buClr>
                <a:schemeClr val="lt1"/>
              </a:buClr>
              <a:buSzPts val="1800"/>
              <a:buFont typeface="Noto Sans Symbols"/>
              <a:buChar char="🢝"/>
              <a:defRPr sz="1800" b="0" i="0" u="none" strike="noStrike" cap="none">
                <a:solidFill>
                  <a:schemeClr val="lt1"/>
                </a:solidFill>
                <a:latin typeface="Book Antiqua"/>
                <a:ea typeface="Book Antiqua"/>
                <a:cs typeface="Book Antiqua"/>
                <a:sym typeface="Book Antiqua"/>
              </a:defRPr>
            </a:lvl6pPr>
            <a:lvl7pPr marL="3200400" marR="0" lvl="6" indent="-330200" algn="l" rtl="0">
              <a:spcBef>
                <a:spcPts val="320"/>
              </a:spcBef>
              <a:spcAft>
                <a:spcPts val="0"/>
              </a:spcAft>
              <a:buClr>
                <a:schemeClr val="lt1"/>
              </a:buClr>
              <a:buSzPts val="1600"/>
              <a:buFont typeface="Noto Sans Symbols"/>
              <a:buChar char="●"/>
              <a:defRPr sz="1600" b="0" i="0" u="none" strike="noStrike" cap="none">
                <a:solidFill>
                  <a:schemeClr val="lt1"/>
                </a:solidFill>
                <a:latin typeface="Book Antiqua"/>
                <a:ea typeface="Book Antiqua"/>
                <a:cs typeface="Book Antiqua"/>
                <a:sym typeface="Book Antiqua"/>
              </a:defRPr>
            </a:lvl7pPr>
            <a:lvl8pPr marL="3657600" marR="0" lvl="7" indent="-317500" algn="l" rtl="0">
              <a:spcBef>
                <a:spcPts val="280"/>
              </a:spcBef>
              <a:spcAft>
                <a:spcPts val="0"/>
              </a:spcAft>
              <a:buClr>
                <a:schemeClr val="lt1"/>
              </a:buClr>
              <a:buSzPts val="1400"/>
              <a:buFont typeface="Noto Sans Symbols"/>
              <a:buChar char="●"/>
              <a:defRPr sz="1400" b="0" i="0" u="none" strike="noStrike" cap="none">
                <a:solidFill>
                  <a:schemeClr val="lt1"/>
                </a:solidFill>
                <a:latin typeface="Book Antiqua"/>
                <a:ea typeface="Book Antiqua"/>
                <a:cs typeface="Book Antiqua"/>
                <a:sym typeface="Book Antiqua"/>
              </a:defRPr>
            </a:lvl8pPr>
            <a:lvl9pPr marL="4114800" marR="0" lvl="8" indent="-317500" algn="l" rtl="0">
              <a:spcBef>
                <a:spcPts val="280"/>
              </a:spcBef>
              <a:spcAft>
                <a:spcPts val="0"/>
              </a:spcAft>
              <a:buClr>
                <a:schemeClr val="lt1"/>
              </a:buClr>
              <a:buSzPts val="1400"/>
              <a:buFont typeface="Noto Sans Symbols"/>
              <a:buChar char="●"/>
              <a:defRPr sz="1400" b="0" i="0" u="none" strike="noStrike" cap="none">
                <a:solidFill>
                  <a:schemeClr val="lt1"/>
                </a:solidFill>
                <a:latin typeface="Book Antiqua"/>
                <a:ea typeface="Book Antiqua"/>
                <a:cs typeface="Book Antiqua"/>
                <a:sym typeface="Book Antiqua"/>
              </a:defRPr>
            </a:lvl9pPr>
          </a:lstStyle>
          <a:p>
            <a:endParaRPr/>
          </a:p>
        </p:txBody>
      </p:sp>
      <p:sp>
        <p:nvSpPr>
          <p:cNvPr id="8" name="Google Shape;8;p17"/>
          <p:cNvSpPr txBox="1">
            <a:spLocks noGrp="1"/>
          </p:cNvSpPr>
          <p:nvPr>
            <p:ph type="dt" idx="10"/>
          </p:nvPr>
        </p:nvSpPr>
        <p:spPr>
          <a:xfrm>
            <a:off x="609441" y="6416677"/>
            <a:ext cx="2844059" cy="36512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rgbClr val="BABABA"/>
                </a:solidFill>
                <a:latin typeface="Book Antiqua"/>
                <a:ea typeface="Book Antiqua"/>
                <a:cs typeface="Book Antiqua"/>
                <a:sym typeface="Book Antiqua"/>
              </a:defRPr>
            </a:lvl1pPr>
            <a:lvl2pPr marR="0" lvl="1"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2pPr>
            <a:lvl3pPr marR="0" lvl="2"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3pPr>
            <a:lvl4pPr marR="0" lvl="3"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4pPr>
            <a:lvl5pPr marR="0" lvl="4"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5pPr>
            <a:lvl6pPr marR="0" lvl="5"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6pPr>
            <a:lvl7pPr marR="0" lvl="6"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7pPr>
            <a:lvl8pPr marR="0" lvl="7"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8pPr>
            <a:lvl9pPr marR="0" lvl="8"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9pPr>
          </a:lstStyle>
          <a:p>
            <a:endParaRPr/>
          </a:p>
        </p:txBody>
      </p:sp>
      <p:sp>
        <p:nvSpPr>
          <p:cNvPr id="9" name="Google Shape;9;p17"/>
          <p:cNvSpPr txBox="1">
            <a:spLocks noGrp="1"/>
          </p:cNvSpPr>
          <p:nvPr>
            <p:ph type="ftr" idx="11"/>
          </p:nvPr>
        </p:nvSpPr>
        <p:spPr>
          <a:xfrm>
            <a:off x="4164515" y="6416677"/>
            <a:ext cx="3859795" cy="365125"/>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1200" b="0" i="0" u="none" strike="noStrike" cap="none">
                <a:solidFill>
                  <a:srgbClr val="BABABA"/>
                </a:solidFill>
                <a:latin typeface="Book Antiqua"/>
                <a:ea typeface="Book Antiqua"/>
                <a:cs typeface="Book Antiqua"/>
                <a:sym typeface="Book Antiqua"/>
              </a:defRPr>
            </a:lvl1pPr>
            <a:lvl2pPr marR="0" lvl="1"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2pPr>
            <a:lvl3pPr marR="0" lvl="2"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3pPr>
            <a:lvl4pPr marR="0" lvl="3"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4pPr>
            <a:lvl5pPr marR="0" lvl="4"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5pPr>
            <a:lvl6pPr marR="0" lvl="5"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6pPr>
            <a:lvl7pPr marR="0" lvl="6"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7pPr>
            <a:lvl8pPr marR="0" lvl="7"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8pPr>
            <a:lvl9pPr marR="0" lvl="8" algn="l" rtl="0">
              <a:spcBef>
                <a:spcPts val="0"/>
              </a:spcBef>
              <a:spcAft>
                <a:spcPts val="0"/>
              </a:spcAft>
              <a:buSzPts val="1400"/>
              <a:buNone/>
              <a:defRPr sz="1800" b="0" i="0" u="none" strike="noStrike" cap="none">
                <a:solidFill>
                  <a:schemeClr val="lt1"/>
                </a:solidFill>
                <a:latin typeface="Book Antiqua"/>
                <a:ea typeface="Book Antiqua"/>
                <a:cs typeface="Book Antiqua"/>
                <a:sym typeface="Book Antiqua"/>
              </a:defRPr>
            </a:lvl9pPr>
          </a:lstStyle>
          <a:p>
            <a:endParaRPr/>
          </a:p>
        </p:txBody>
      </p:sp>
      <p:sp>
        <p:nvSpPr>
          <p:cNvPr id="10" name="Google Shape;10;p17"/>
          <p:cNvSpPr txBox="1">
            <a:spLocks noGrp="1"/>
          </p:cNvSpPr>
          <p:nvPr>
            <p:ph type="sldNum" idx="12"/>
          </p:nvPr>
        </p:nvSpPr>
        <p:spPr>
          <a:xfrm>
            <a:off x="10563649" y="6416677"/>
            <a:ext cx="1015735" cy="365125"/>
          </a:xfrm>
          <a:prstGeom prst="rect">
            <a:avLst/>
          </a:prstGeom>
          <a:noFill/>
          <a:ln>
            <a:noFill/>
          </a:ln>
        </p:spPr>
        <p:txBody>
          <a:bodyPr spcFirstLastPara="1" wrap="square" lIns="0" tIns="45700" rIns="0" bIns="45700" anchor="b" anchorCtr="0">
            <a:noAutofit/>
          </a:bodyPr>
          <a:lstStyle>
            <a:lvl1pPr marL="0" marR="0" lvl="0" indent="0" algn="r" rtl="0">
              <a:spcBef>
                <a:spcPts val="0"/>
              </a:spcBef>
              <a:buNone/>
              <a:defRPr sz="1200" b="0" i="0" u="none" strike="noStrike" cap="none">
                <a:solidFill>
                  <a:srgbClr val="BABABA"/>
                </a:solidFill>
                <a:latin typeface="Book Antiqua"/>
                <a:ea typeface="Book Antiqua"/>
                <a:cs typeface="Book Antiqua"/>
                <a:sym typeface="Book Antiqua"/>
              </a:defRPr>
            </a:lvl1pPr>
            <a:lvl2pPr marL="0" marR="0" lvl="1" indent="0" algn="r" rtl="0">
              <a:spcBef>
                <a:spcPts val="0"/>
              </a:spcBef>
              <a:buNone/>
              <a:defRPr sz="1200" b="0" i="0" u="none" strike="noStrike" cap="none">
                <a:solidFill>
                  <a:srgbClr val="BABABA"/>
                </a:solidFill>
                <a:latin typeface="Book Antiqua"/>
                <a:ea typeface="Book Antiqua"/>
                <a:cs typeface="Book Antiqua"/>
                <a:sym typeface="Book Antiqua"/>
              </a:defRPr>
            </a:lvl2pPr>
            <a:lvl3pPr marL="0" marR="0" lvl="2" indent="0" algn="r" rtl="0">
              <a:spcBef>
                <a:spcPts val="0"/>
              </a:spcBef>
              <a:buNone/>
              <a:defRPr sz="1200" b="0" i="0" u="none" strike="noStrike" cap="none">
                <a:solidFill>
                  <a:srgbClr val="BABABA"/>
                </a:solidFill>
                <a:latin typeface="Book Antiqua"/>
                <a:ea typeface="Book Antiqua"/>
                <a:cs typeface="Book Antiqua"/>
                <a:sym typeface="Book Antiqua"/>
              </a:defRPr>
            </a:lvl3pPr>
            <a:lvl4pPr marL="0" marR="0" lvl="3" indent="0" algn="r" rtl="0">
              <a:spcBef>
                <a:spcPts val="0"/>
              </a:spcBef>
              <a:buNone/>
              <a:defRPr sz="1200" b="0" i="0" u="none" strike="noStrike" cap="none">
                <a:solidFill>
                  <a:srgbClr val="BABABA"/>
                </a:solidFill>
                <a:latin typeface="Book Antiqua"/>
                <a:ea typeface="Book Antiqua"/>
                <a:cs typeface="Book Antiqua"/>
                <a:sym typeface="Book Antiqua"/>
              </a:defRPr>
            </a:lvl4pPr>
            <a:lvl5pPr marL="0" marR="0" lvl="4" indent="0" algn="r" rtl="0">
              <a:spcBef>
                <a:spcPts val="0"/>
              </a:spcBef>
              <a:buNone/>
              <a:defRPr sz="1200" b="0" i="0" u="none" strike="noStrike" cap="none">
                <a:solidFill>
                  <a:srgbClr val="BABABA"/>
                </a:solidFill>
                <a:latin typeface="Book Antiqua"/>
                <a:ea typeface="Book Antiqua"/>
                <a:cs typeface="Book Antiqua"/>
                <a:sym typeface="Book Antiqua"/>
              </a:defRPr>
            </a:lvl5pPr>
            <a:lvl6pPr marL="0" marR="0" lvl="5" indent="0" algn="r" rtl="0">
              <a:spcBef>
                <a:spcPts val="0"/>
              </a:spcBef>
              <a:buNone/>
              <a:defRPr sz="1200" b="0" i="0" u="none" strike="noStrike" cap="none">
                <a:solidFill>
                  <a:srgbClr val="BABABA"/>
                </a:solidFill>
                <a:latin typeface="Book Antiqua"/>
                <a:ea typeface="Book Antiqua"/>
                <a:cs typeface="Book Antiqua"/>
                <a:sym typeface="Book Antiqua"/>
              </a:defRPr>
            </a:lvl6pPr>
            <a:lvl7pPr marL="0" marR="0" lvl="6" indent="0" algn="r" rtl="0">
              <a:spcBef>
                <a:spcPts val="0"/>
              </a:spcBef>
              <a:buNone/>
              <a:defRPr sz="1200" b="0" i="0" u="none" strike="noStrike" cap="none">
                <a:solidFill>
                  <a:srgbClr val="BABABA"/>
                </a:solidFill>
                <a:latin typeface="Book Antiqua"/>
                <a:ea typeface="Book Antiqua"/>
                <a:cs typeface="Book Antiqua"/>
                <a:sym typeface="Book Antiqua"/>
              </a:defRPr>
            </a:lvl7pPr>
            <a:lvl8pPr marL="0" marR="0" lvl="7" indent="0" algn="r" rtl="0">
              <a:spcBef>
                <a:spcPts val="0"/>
              </a:spcBef>
              <a:buNone/>
              <a:defRPr sz="1200" b="0" i="0" u="none" strike="noStrike" cap="none">
                <a:solidFill>
                  <a:srgbClr val="BABABA"/>
                </a:solidFill>
                <a:latin typeface="Book Antiqua"/>
                <a:ea typeface="Book Antiqua"/>
                <a:cs typeface="Book Antiqua"/>
                <a:sym typeface="Book Antiqua"/>
              </a:defRPr>
            </a:lvl8pPr>
            <a:lvl9pPr marL="0" marR="0" lvl="8" indent="0" algn="r" rtl="0">
              <a:spcBef>
                <a:spcPts val="0"/>
              </a:spcBef>
              <a:buNone/>
              <a:defRPr sz="1200" b="0" i="0" u="none" strike="noStrike" cap="none">
                <a:solidFill>
                  <a:srgbClr val="BABABA"/>
                </a:solidFill>
                <a:latin typeface="Book Antiqua"/>
                <a:ea typeface="Book Antiqua"/>
                <a:cs typeface="Book Antiqua"/>
                <a:sym typeface="Book Antiqu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electronicshub.org/arduino-radar-project/"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www.3ciencias.com/wp-content/uploads/2019/01/Art_14.pdf" TargetMode="External"/><Relationship Id="rId5" Type="http://schemas.openxmlformats.org/officeDocument/2006/relationships/hyperlink" Target="https://howtomechatronics.com/projects/arduino-radar-project/" TargetMode="External"/><Relationship Id="rId4" Type="http://schemas.openxmlformats.org/officeDocument/2006/relationships/hyperlink" Target="http://www.studentsheart.com/arduino-based-radar-project/"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618674" y="914400"/>
            <a:ext cx="11579384" cy="8002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chemeClr val="lt1"/>
                </a:solidFill>
                <a:latin typeface="Book Antiqua"/>
                <a:ea typeface="Book Antiqua"/>
                <a:cs typeface="Book Antiqua"/>
                <a:sym typeface="Book Antiqua"/>
              </a:rPr>
              <a:t>ARDUINO BASED RADAR SYSTEM FOR OBJECT DETECTION</a:t>
            </a:r>
            <a:r>
              <a:rPr lang="en-US" sz="2000" b="0" i="0" u="none" strike="noStrike" cap="none">
                <a:solidFill>
                  <a:schemeClr val="lt1"/>
                </a:solidFill>
                <a:latin typeface="Book Antiqua"/>
                <a:ea typeface="Book Antiqua"/>
                <a:cs typeface="Book Antiqua"/>
                <a:sym typeface="Book Antiqua"/>
              </a:rPr>
              <a:t> </a:t>
            </a:r>
            <a:br>
              <a:rPr lang="en-US" sz="1800" b="0" i="0" u="none" strike="noStrike" cap="none">
                <a:solidFill>
                  <a:schemeClr val="lt1"/>
                </a:solidFill>
                <a:latin typeface="Book Antiqua"/>
                <a:ea typeface="Book Antiqua"/>
                <a:cs typeface="Book Antiqua"/>
                <a:sym typeface="Book Antiqua"/>
              </a:rPr>
            </a:br>
            <a:endParaRPr sz="1800">
              <a:solidFill>
                <a:schemeClr val="lt1"/>
              </a:solidFill>
              <a:latin typeface="Book Antiqua"/>
              <a:ea typeface="Book Antiqua"/>
              <a:cs typeface="Book Antiqua"/>
              <a:sym typeface="Book Antiqua"/>
            </a:endParaRPr>
          </a:p>
        </p:txBody>
      </p:sp>
      <p:sp>
        <p:nvSpPr>
          <p:cNvPr id="85" name="Google Shape;85;p1"/>
          <p:cNvSpPr/>
          <p:nvPr/>
        </p:nvSpPr>
        <p:spPr>
          <a:xfrm>
            <a:off x="76200" y="2644676"/>
            <a:ext cx="5713412" cy="3222724"/>
          </a:xfrm>
          <a:prstGeom prst="ellipse">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None/>
            </a:pPr>
            <a:r>
              <a:rPr lang="en-US" sz="1800" b="1">
                <a:solidFill>
                  <a:schemeClr val="lt1"/>
                </a:solidFill>
                <a:latin typeface="Book Antiqua"/>
                <a:ea typeface="Book Antiqua"/>
                <a:cs typeface="Book Antiqua"/>
                <a:sym typeface="Book Antiqua"/>
              </a:rPr>
              <a:t>     </a:t>
            </a:r>
            <a:endParaRPr sz="1800">
              <a:solidFill>
                <a:schemeClr val="lt1"/>
              </a:solidFill>
              <a:latin typeface="Book Antiqua"/>
              <a:ea typeface="Book Antiqua"/>
              <a:cs typeface="Book Antiqua"/>
              <a:sym typeface="Book Antiqua"/>
            </a:endParaRPr>
          </a:p>
        </p:txBody>
      </p:sp>
      <p:grpSp>
        <p:nvGrpSpPr>
          <p:cNvPr id="86" name="Google Shape;86;p1"/>
          <p:cNvGrpSpPr/>
          <p:nvPr/>
        </p:nvGrpSpPr>
        <p:grpSpPr>
          <a:xfrm>
            <a:off x="989012" y="2814935"/>
            <a:ext cx="5029200" cy="2844958"/>
            <a:chOff x="1132103" y="2968566"/>
            <a:chExt cx="5029200" cy="2844958"/>
          </a:xfrm>
        </p:grpSpPr>
        <p:sp>
          <p:nvSpPr>
            <p:cNvPr id="87" name="Google Shape;87;p1"/>
            <p:cNvSpPr txBox="1"/>
            <p:nvPr/>
          </p:nvSpPr>
          <p:spPr>
            <a:xfrm>
              <a:off x="1798709" y="2968566"/>
              <a:ext cx="26670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00B0F0"/>
                  </a:solidFill>
                  <a:latin typeface="Book Antiqua"/>
                  <a:ea typeface="Book Antiqua"/>
                  <a:cs typeface="Book Antiqua"/>
                  <a:sym typeface="Book Antiqua"/>
                </a:rPr>
                <a:t>PRESENTED BY</a:t>
              </a:r>
              <a:endParaRPr sz="2400" b="1">
                <a:solidFill>
                  <a:srgbClr val="00B0F0"/>
                </a:solidFill>
                <a:latin typeface="Book Antiqua"/>
                <a:ea typeface="Book Antiqua"/>
                <a:cs typeface="Book Antiqua"/>
                <a:sym typeface="Book Antiqua"/>
              </a:endParaRPr>
            </a:p>
          </p:txBody>
        </p:sp>
        <p:sp>
          <p:nvSpPr>
            <p:cNvPr id="88" name="Google Shape;88;p1"/>
            <p:cNvSpPr txBox="1"/>
            <p:nvPr/>
          </p:nvSpPr>
          <p:spPr>
            <a:xfrm>
              <a:off x="1132103" y="3505200"/>
              <a:ext cx="5029200" cy="2308324"/>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1500" b="1">
                  <a:solidFill>
                    <a:schemeClr val="lt1"/>
                  </a:solidFill>
                  <a:latin typeface="Book Antiqua"/>
                  <a:ea typeface="Book Antiqua"/>
                  <a:cs typeface="Book Antiqua"/>
                  <a:sym typeface="Book Antiqua"/>
                </a:rPr>
                <a:t>Md.Esamy Azam(200205)</a:t>
              </a:r>
              <a:endParaRPr/>
            </a:p>
            <a:p>
              <a:pPr marL="0" marR="0" lvl="0" indent="0" algn="l" rtl="0">
                <a:lnSpc>
                  <a:spcPct val="120000"/>
                </a:lnSpc>
                <a:spcBef>
                  <a:spcPts val="0"/>
                </a:spcBef>
                <a:spcAft>
                  <a:spcPts val="0"/>
                </a:spcAft>
                <a:buNone/>
              </a:pPr>
              <a:r>
                <a:rPr lang="en-US" sz="1500" b="1">
                  <a:solidFill>
                    <a:schemeClr val="lt1"/>
                  </a:solidFill>
                  <a:latin typeface="Book Antiqua"/>
                  <a:ea typeface="Book Antiqua"/>
                  <a:cs typeface="Book Antiqua"/>
                  <a:sym typeface="Book Antiqua"/>
                </a:rPr>
                <a:t>Md.Kornel Ahmed Rahul(200219)</a:t>
              </a:r>
              <a:endParaRPr/>
            </a:p>
            <a:p>
              <a:pPr marL="0" marR="0" lvl="0" indent="0" algn="l" rtl="0">
                <a:lnSpc>
                  <a:spcPct val="120000"/>
                </a:lnSpc>
                <a:spcBef>
                  <a:spcPts val="0"/>
                </a:spcBef>
                <a:spcAft>
                  <a:spcPts val="0"/>
                </a:spcAft>
                <a:buNone/>
              </a:pPr>
              <a:r>
                <a:rPr lang="en-US" sz="1500" b="1">
                  <a:solidFill>
                    <a:schemeClr val="lt1"/>
                  </a:solidFill>
                  <a:latin typeface="Book Antiqua"/>
                  <a:ea typeface="Book Antiqua"/>
                  <a:cs typeface="Book Antiqua"/>
                  <a:sym typeface="Book Antiqua"/>
                </a:rPr>
                <a:t>Mst.Sheikh Tafriha Anika(200233)</a:t>
              </a:r>
              <a:endParaRPr/>
            </a:p>
            <a:p>
              <a:pPr marL="0" marR="0" lvl="0" indent="0" algn="l" rtl="0">
                <a:lnSpc>
                  <a:spcPct val="120000"/>
                </a:lnSpc>
                <a:spcBef>
                  <a:spcPts val="0"/>
                </a:spcBef>
                <a:spcAft>
                  <a:spcPts val="0"/>
                </a:spcAft>
                <a:buNone/>
              </a:pPr>
              <a:r>
                <a:rPr lang="en-US" sz="1500" b="1">
                  <a:solidFill>
                    <a:schemeClr val="lt1"/>
                  </a:solidFill>
                  <a:latin typeface="Book Antiqua"/>
                  <a:ea typeface="Book Antiqua"/>
                  <a:cs typeface="Book Antiqua"/>
                  <a:sym typeface="Book Antiqua"/>
                </a:rPr>
                <a:t>Session:2019-2020</a:t>
              </a:r>
              <a:endParaRPr/>
            </a:p>
            <a:p>
              <a:pPr marL="0" marR="0" lvl="0" indent="0" algn="l" rtl="0">
                <a:lnSpc>
                  <a:spcPct val="120000"/>
                </a:lnSpc>
                <a:spcBef>
                  <a:spcPts val="0"/>
                </a:spcBef>
                <a:spcAft>
                  <a:spcPts val="0"/>
                </a:spcAft>
                <a:buNone/>
              </a:pPr>
              <a:r>
                <a:rPr lang="en-US" sz="1500" b="1">
                  <a:solidFill>
                    <a:schemeClr val="lt1"/>
                  </a:solidFill>
                  <a:latin typeface="Book Antiqua"/>
                  <a:ea typeface="Book Antiqua"/>
                  <a:cs typeface="Book Antiqua"/>
                  <a:sym typeface="Book Antiqua"/>
                </a:rPr>
                <a:t>Department of EEE</a:t>
              </a:r>
              <a:endParaRPr/>
            </a:p>
            <a:p>
              <a:pPr marL="0" marR="0" lvl="0" indent="0" algn="l" rtl="0">
                <a:lnSpc>
                  <a:spcPct val="120000"/>
                </a:lnSpc>
                <a:spcBef>
                  <a:spcPts val="0"/>
                </a:spcBef>
                <a:spcAft>
                  <a:spcPts val="0"/>
                </a:spcAft>
                <a:buNone/>
              </a:pPr>
              <a:r>
                <a:rPr lang="en-US" sz="1500" b="1">
                  <a:solidFill>
                    <a:schemeClr val="lt1"/>
                  </a:solidFill>
                  <a:latin typeface="Book Antiqua"/>
                  <a:ea typeface="Book Antiqua"/>
                  <a:cs typeface="Book Antiqua"/>
                  <a:sym typeface="Book Antiqua"/>
                </a:rPr>
                <a:t>Pabna University of Science and Technology</a:t>
              </a:r>
              <a:endParaRPr/>
            </a:p>
            <a:p>
              <a:pPr marL="0" marR="0" lvl="0" indent="0" algn="l" rtl="0">
                <a:lnSpc>
                  <a:spcPct val="120000"/>
                </a:lnSpc>
                <a:spcBef>
                  <a:spcPts val="0"/>
                </a:spcBef>
                <a:spcAft>
                  <a:spcPts val="0"/>
                </a:spcAft>
                <a:buNone/>
              </a:pPr>
              <a:r>
                <a:rPr lang="en-US" sz="1500" b="1">
                  <a:solidFill>
                    <a:schemeClr val="lt1"/>
                  </a:solidFill>
                  <a:latin typeface="Book Antiqua"/>
                  <a:ea typeface="Book Antiqua"/>
                  <a:cs typeface="Book Antiqua"/>
                  <a:sym typeface="Book Antiqua"/>
                </a:rPr>
                <a:t>Pabna, Bangladesh</a:t>
              </a:r>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grpSp>
      <p:sp>
        <p:nvSpPr>
          <p:cNvPr id="89" name="Google Shape;89;p1"/>
          <p:cNvSpPr/>
          <p:nvPr/>
        </p:nvSpPr>
        <p:spPr>
          <a:xfrm>
            <a:off x="6399212" y="2744430"/>
            <a:ext cx="5713412" cy="3222724"/>
          </a:xfrm>
          <a:prstGeom prst="ellipse">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None/>
            </a:pPr>
            <a:r>
              <a:rPr lang="en-US" sz="1800" b="1">
                <a:solidFill>
                  <a:schemeClr val="lt1"/>
                </a:solidFill>
                <a:latin typeface="Book Antiqua"/>
                <a:ea typeface="Book Antiqua"/>
                <a:cs typeface="Book Antiqua"/>
                <a:sym typeface="Book Antiqua"/>
              </a:rPr>
              <a:t>     </a:t>
            </a:r>
            <a:endParaRPr sz="1800">
              <a:solidFill>
                <a:schemeClr val="lt1"/>
              </a:solidFill>
              <a:latin typeface="Book Antiqua"/>
              <a:ea typeface="Book Antiqua"/>
              <a:cs typeface="Book Antiqua"/>
              <a:sym typeface="Book Antiqua"/>
            </a:endParaRPr>
          </a:p>
        </p:txBody>
      </p:sp>
      <p:sp>
        <p:nvSpPr>
          <p:cNvPr id="90" name="Google Shape;90;p1"/>
          <p:cNvSpPr txBox="1"/>
          <p:nvPr/>
        </p:nvSpPr>
        <p:spPr>
          <a:xfrm>
            <a:off x="7694612" y="2895600"/>
            <a:ext cx="32004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00B0F0"/>
                </a:solidFill>
                <a:latin typeface="Book Antiqua"/>
                <a:ea typeface="Book Antiqua"/>
                <a:cs typeface="Book Antiqua"/>
                <a:sym typeface="Book Antiqua"/>
              </a:rPr>
              <a:t>SUPERVISED BY</a:t>
            </a:r>
            <a:endParaRPr sz="2400" b="1">
              <a:solidFill>
                <a:srgbClr val="00B0F0"/>
              </a:solidFill>
              <a:latin typeface="Book Antiqua"/>
              <a:ea typeface="Book Antiqua"/>
              <a:cs typeface="Book Antiqua"/>
              <a:sym typeface="Book Antiqua"/>
            </a:endParaRPr>
          </a:p>
        </p:txBody>
      </p:sp>
      <p:sp>
        <p:nvSpPr>
          <p:cNvPr id="91" name="Google Shape;91;p1"/>
          <p:cNvSpPr txBox="1"/>
          <p:nvPr/>
        </p:nvSpPr>
        <p:spPr>
          <a:xfrm>
            <a:off x="7389812" y="3456563"/>
            <a:ext cx="4495800" cy="18774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Book Antiqua"/>
                <a:ea typeface="Book Antiqua"/>
                <a:cs typeface="Book Antiqua"/>
                <a:sym typeface="Book Antiqua"/>
              </a:rPr>
              <a:t>Rosni Sayed</a:t>
            </a:r>
            <a:endParaRPr sz="1800" b="1">
              <a:solidFill>
                <a:schemeClr val="lt1"/>
              </a:solidFill>
              <a:latin typeface="Book Antiqua"/>
              <a:ea typeface="Book Antiqua"/>
              <a:cs typeface="Book Antiqua"/>
              <a:sym typeface="Book Antiqua"/>
            </a:endParaRPr>
          </a:p>
          <a:p>
            <a:pPr marL="0" marR="0" lvl="0" indent="0" algn="l" rtl="0">
              <a:spcBef>
                <a:spcPts val="0"/>
              </a:spcBef>
              <a:spcAft>
                <a:spcPts val="0"/>
              </a:spcAft>
              <a:buNone/>
            </a:pPr>
            <a:r>
              <a:rPr lang="en-US" sz="1600">
                <a:solidFill>
                  <a:schemeClr val="lt1"/>
                </a:solidFill>
                <a:latin typeface="Book Antiqua"/>
                <a:ea typeface="Book Antiqua"/>
                <a:cs typeface="Book Antiqua"/>
                <a:sym typeface="Book Antiqua"/>
              </a:rPr>
              <a:t>Assistant Professor</a:t>
            </a:r>
            <a:endParaRPr/>
          </a:p>
          <a:p>
            <a:pPr marL="0" marR="0" lvl="0" indent="0" algn="l" rtl="0">
              <a:spcBef>
                <a:spcPts val="0"/>
              </a:spcBef>
              <a:spcAft>
                <a:spcPts val="0"/>
              </a:spcAft>
              <a:buNone/>
            </a:pPr>
            <a:r>
              <a:rPr lang="en-US" sz="1600">
                <a:solidFill>
                  <a:schemeClr val="lt1"/>
                </a:solidFill>
                <a:latin typeface="Book Antiqua"/>
                <a:ea typeface="Book Antiqua"/>
                <a:cs typeface="Book Antiqua"/>
                <a:sym typeface="Book Antiqua"/>
              </a:rPr>
              <a:t>Department of Electrical and Electronic Engineering</a:t>
            </a:r>
            <a:endParaRPr/>
          </a:p>
          <a:p>
            <a:pPr marL="0" marR="0" lvl="0" indent="0" algn="l" rtl="0">
              <a:spcBef>
                <a:spcPts val="0"/>
              </a:spcBef>
              <a:spcAft>
                <a:spcPts val="0"/>
              </a:spcAft>
              <a:buNone/>
            </a:pPr>
            <a:r>
              <a:rPr lang="en-US" sz="1600">
                <a:solidFill>
                  <a:schemeClr val="lt1"/>
                </a:solidFill>
                <a:latin typeface="Book Antiqua"/>
                <a:ea typeface="Book Antiqua"/>
                <a:cs typeface="Book Antiqua"/>
                <a:sym typeface="Book Antiqua"/>
              </a:rPr>
              <a:t>Pabna University of Science and Technology</a:t>
            </a:r>
            <a:endParaRPr/>
          </a:p>
          <a:p>
            <a:pPr marL="0" marR="0" lvl="0" indent="0" algn="l" rtl="0">
              <a:spcBef>
                <a:spcPts val="0"/>
              </a:spcBef>
              <a:spcAft>
                <a:spcPts val="0"/>
              </a:spcAft>
              <a:buNone/>
            </a:pPr>
            <a:r>
              <a:rPr lang="en-US" sz="1600">
                <a:solidFill>
                  <a:schemeClr val="lt1"/>
                </a:solidFill>
                <a:latin typeface="Book Antiqua"/>
                <a:ea typeface="Book Antiqua"/>
                <a:cs typeface="Book Antiqua"/>
                <a:sym typeface="Book Antiqua"/>
              </a:rPr>
              <a:t>Pabna, Bangladesh</a:t>
            </a:r>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3351212" y="685799"/>
            <a:ext cx="55626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FF0066"/>
                </a:solidFill>
                <a:latin typeface="Times New Roman"/>
                <a:ea typeface="Times New Roman"/>
                <a:cs typeface="Times New Roman"/>
                <a:sym typeface="Times New Roman"/>
              </a:rPr>
              <a:t>CONTENTS</a:t>
            </a:r>
            <a:endParaRPr sz="4000">
              <a:solidFill>
                <a:srgbClr val="FF0066"/>
              </a:solidFill>
              <a:latin typeface="Book Antiqua"/>
              <a:ea typeface="Book Antiqua"/>
              <a:cs typeface="Book Antiqua"/>
              <a:sym typeface="Book Antiqua"/>
            </a:endParaRPr>
          </a:p>
        </p:txBody>
      </p:sp>
      <p:sp>
        <p:nvSpPr>
          <p:cNvPr id="97" name="Google Shape;97;p2"/>
          <p:cNvSpPr txBox="1"/>
          <p:nvPr/>
        </p:nvSpPr>
        <p:spPr>
          <a:xfrm>
            <a:off x="303212" y="1904286"/>
            <a:ext cx="7620000" cy="443198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2400"/>
              <a:buFont typeface="Noto Sans Symbols"/>
              <a:buChar char="❖"/>
            </a:pPr>
            <a:r>
              <a:rPr lang="en-US" sz="2400">
                <a:solidFill>
                  <a:schemeClr val="lt1"/>
                </a:solidFill>
                <a:latin typeface="Book Antiqua"/>
                <a:ea typeface="Book Antiqua"/>
                <a:cs typeface="Book Antiqua"/>
                <a:sym typeface="Book Antiqua"/>
              </a:rPr>
              <a:t>Introduction to Radar System</a:t>
            </a:r>
            <a:endParaRPr/>
          </a:p>
          <a:p>
            <a:pPr marL="285750" marR="0" lvl="0" indent="-285750" algn="l" rtl="0">
              <a:spcBef>
                <a:spcPts val="0"/>
              </a:spcBef>
              <a:spcAft>
                <a:spcPts val="0"/>
              </a:spcAft>
              <a:buClr>
                <a:schemeClr val="lt1"/>
              </a:buClr>
              <a:buSzPts val="2400"/>
              <a:buFont typeface="Noto Sans Symbols"/>
              <a:buChar char="❖"/>
            </a:pPr>
            <a:r>
              <a:rPr lang="en-US" sz="2400">
                <a:solidFill>
                  <a:schemeClr val="lt1"/>
                </a:solidFill>
                <a:latin typeface="Book Antiqua"/>
                <a:ea typeface="Book Antiqua"/>
                <a:cs typeface="Book Antiqua"/>
                <a:sym typeface="Book Antiqua"/>
              </a:rPr>
              <a:t>Rationale</a:t>
            </a:r>
            <a:endParaRPr/>
          </a:p>
          <a:p>
            <a:pPr marL="285750" marR="0" lvl="0" indent="-285750" algn="l" rtl="0">
              <a:spcBef>
                <a:spcPts val="0"/>
              </a:spcBef>
              <a:spcAft>
                <a:spcPts val="0"/>
              </a:spcAft>
              <a:buClr>
                <a:schemeClr val="lt1"/>
              </a:buClr>
              <a:buSzPts val="2400"/>
              <a:buFont typeface="Noto Sans Symbols"/>
              <a:buChar char="❖"/>
            </a:pPr>
            <a:r>
              <a:rPr lang="en-US" sz="2400">
                <a:solidFill>
                  <a:schemeClr val="lt1"/>
                </a:solidFill>
                <a:latin typeface="Book Antiqua"/>
                <a:ea typeface="Book Antiqua"/>
                <a:cs typeface="Book Antiqua"/>
                <a:sym typeface="Book Antiqua"/>
              </a:rPr>
              <a:t>Components and their description</a:t>
            </a:r>
            <a:endParaRPr/>
          </a:p>
          <a:p>
            <a:pPr marL="285750" marR="0" lvl="0" indent="-285750" algn="l" rtl="0">
              <a:spcBef>
                <a:spcPts val="0"/>
              </a:spcBef>
              <a:spcAft>
                <a:spcPts val="0"/>
              </a:spcAft>
              <a:buClr>
                <a:schemeClr val="lt1"/>
              </a:buClr>
              <a:buSzPts val="2400"/>
              <a:buFont typeface="Noto Sans Symbols"/>
              <a:buChar char="❖"/>
            </a:pPr>
            <a:r>
              <a:rPr lang="en-US" sz="2400">
                <a:solidFill>
                  <a:schemeClr val="lt1"/>
                </a:solidFill>
                <a:latin typeface="Book Antiqua"/>
                <a:ea typeface="Book Antiqua"/>
                <a:cs typeface="Book Antiqua"/>
                <a:sym typeface="Book Antiqua"/>
              </a:rPr>
              <a:t>Block Diagram</a:t>
            </a:r>
            <a:endParaRPr/>
          </a:p>
          <a:p>
            <a:pPr marL="285750" marR="0" lvl="0" indent="-285750" algn="l" rtl="0">
              <a:spcBef>
                <a:spcPts val="0"/>
              </a:spcBef>
              <a:spcAft>
                <a:spcPts val="0"/>
              </a:spcAft>
              <a:buClr>
                <a:schemeClr val="lt1"/>
              </a:buClr>
              <a:buSzPts val="2400"/>
              <a:buFont typeface="Noto Sans Symbols"/>
              <a:buChar char="❖"/>
            </a:pPr>
            <a:r>
              <a:rPr lang="en-US" sz="2400">
                <a:solidFill>
                  <a:schemeClr val="lt1"/>
                </a:solidFill>
                <a:latin typeface="Book Antiqua"/>
                <a:ea typeface="Book Antiqua"/>
                <a:cs typeface="Book Antiqua"/>
                <a:sym typeface="Book Antiqua"/>
              </a:rPr>
              <a:t>Circuit Diagram</a:t>
            </a:r>
            <a:endParaRPr/>
          </a:p>
          <a:p>
            <a:pPr marL="285750" marR="0" lvl="0" indent="-285750" algn="l" rtl="0">
              <a:spcBef>
                <a:spcPts val="0"/>
              </a:spcBef>
              <a:spcAft>
                <a:spcPts val="0"/>
              </a:spcAft>
              <a:buClr>
                <a:schemeClr val="lt1"/>
              </a:buClr>
              <a:buSzPts val="2400"/>
              <a:buFont typeface="Noto Sans Symbols"/>
              <a:buChar char="❖"/>
            </a:pPr>
            <a:r>
              <a:rPr lang="en-US" sz="2400">
                <a:solidFill>
                  <a:schemeClr val="lt1"/>
                </a:solidFill>
                <a:latin typeface="Book Antiqua"/>
                <a:ea typeface="Book Antiqua"/>
                <a:cs typeface="Book Antiqua"/>
                <a:sym typeface="Book Antiqua"/>
              </a:rPr>
              <a:t>Working Principle</a:t>
            </a:r>
            <a:endParaRPr/>
          </a:p>
          <a:p>
            <a:pPr marL="285750" marR="0" lvl="0" indent="-285750" algn="l" rtl="0">
              <a:spcBef>
                <a:spcPts val="0"/>
              </a:spcBef>
              <a:spcAft>
                <a:spcPts val="0"/>
              </a:spcAft>
              <a:buClr>
                <a:schemeClr val="lt1"/>
              </a:buClr>
              <a:buSzPts val="2400"/>
              <a:buFont typeface="Noto Sans Symbols"/>
              <a:buChar char="❖"/>
            </a:pPr>
            <a:r>
              <a:rPr lang="en-US" sz="2400">
                <a:solidFill>
                  <a:schemeClr val="lt1"/>
                </a:solidFill>
                <a:latin typeface="Times New Roman"/>
                <a:ea typeface="Times New Roman"/>
                <a:cs typeface="Times New Roman"/>
                <a:sym typeface="Times New Roman"/>
              </a:rPr>
              <a:t>Graphical Representation of Detecting Objects</a:t>
            </a:r>
            <a:endParaRPr/>
          </a:p>
          <a:p>
            <a:pPr marL="285750" marR="0" lvl="0" indent="-285750" algn="l" rtl="0">
              <a:spcBef>
                <a:spcPts val="0"/>
              </a:spcBef>
              <a:spcAft>
                <a:spcPts val="0"/>
              </a:spcAft>
              <a:buClr>
                <a:schemeClr val="lt1"/>
              </a:buClr>
              <a:buSzPts val="2400"/>
              <a:buFont typeface="Noto Sans Symbols"/>
              <a:buChar char="❖"/>
            </a:pPr>
            <a:r>
              <a:rPr lang="en-US" sz="2400">
                <a:solidFill>
                  <a:schemeClr val="lt1"/>
                </a:solidFill>
                <a:latin typeface="Book Antiqua"/>
                <a:ea typeface="Book Antiqua"/>
                <a:cs typeface="Book Antiqua"/>
                <a:sym typeface="Book Antiqua"/>
              </a:rPr>
              <a:t>Final project</a:t>
            </a:r>
            <a:endParaRPr/>
          </a:p>
          <a:p>
            <a:pPr marL="285750" marR="0" lvl="0" indent="-285750" algn="l" rtl="0">
              <a:spcBef>
                <a:spcPts val="0"/>
              </a:spcBef>
              <a:spcAft>
                <a:spcPts val="0"/>
              </a:spcAft>
              <a:buClr>
                <a:schemeClr val="lt1"/>
              </a:buClr>
              <a:buSzPts val="2400"/>
              <a:buFont typeface="Noto Sans Symbols"/>
              <a:buChar char="❖"/>
            </a:pPr>
            <a:r>
              <a:rPr lang="en-US" sz="2400">
                <a:solidFill>
                  <a:schemeClr val="lt1"/>
                </a:solidFill>
                <a:latin typeface="Book Antiqua"/>
                <a:ea typeface="Book Antiqua"/>
                <a:cs typeface="Book Antiqua"/>
                <a:sym typeface="Book Antiqua"/>
              </a:rPr>
              <a:t>Future work</a:t>
            </a:r>
            <a:endParaRPr/>
          </a:p>
          <a:p>
            <a:pPr marL="285750" marR="0" lvl="0" indent="-285750" algn="l" rtl="0">
              <a:spcBef>
                <a:spcPts val="0"/>
              </a:spcBef>
              <a:spcAft>
                <a:spcPts val="0"/>
              </a:spcAft>
              <a:buClr>
                <a:schemeClr val="lt1"/>
              </a:buClr>
              <a:buSzPts val="2400"/>
              <a:buFont typeface="Noto Sans Symbols"/>
              <a:buChar char="❖"/>
            </a:pPr>
            <a:r>
              <a:rPr lang="en-US" sz="2400">
                <a:solidFill>
                  <a:schemeClr val="lt1"/>
                </a:solidFill>
                <a:latin typeface="Book Antiqua"/>
                <a:ea typeface="Book Antiqua"/>
                <a:cs typeface="Book Antiqua"/>
                <a:sym typeface="Book Antiqua"/>
              </a:rPr>
              <a:t>Applications</a:t>
            </a:r>
            <a:endParaRPr/>
          </a:p>
          <a:p>
            <a:pPr marL="285750" marR="0" lvl="0" indent="-285750" algn="l" rtl="0">
              <a:spcBef>
                <a:spcPts val="0"/>
              </a:spcBef>
              <a:spcAft>
                <a:spcPts val="0"/>
              </a:spcAft>
              <a:buClr>
                <a:schemeClr val="lt1"/>
              </a:buClr>
              <a:buSzPts val="2400"/>
              <a:buFont typeface="Noto Sans Symbols"/>
              <a:buChar char="❖"/>
            </a:pPr>
            <a:r>
              <a:rPr lang="en-US" sz="2400">
                <a:solidFill>
                  <a:schemeClr val="lt1"/>
                </a:solidFill>
                <a:latin typeface="Book Antiqua"/>
                <a:ea typeface="Book Antiqua"/>
                <a:cs typeface="Book Antiqua"/>
                <a:sym typeface="Book Antiqua"/>
              </a:rPr>
              <a:t>References</a:t>
            </a:r>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p:nvPr/>
        </p:nvSpPr>
        <p:spPr>
          <a:xfrm>
            <a:off x="989012" y="533400"/>
            <a:ext cx="102870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FF0066"/>
                </a:solidFill>
                <a:latin typeface="Book Antiqua"/>
                <a:ea typeface="Book Antiqua"/>
                <a:cs typeface="Book Antiqua"/>
                <a:sym typeface="Book Antiqua"/>
              </a:rPr>
              <a:t>INTRODUCTION  TO  RADAR  SYSTEM</a:t>
            </a:r>
            <a:endParaRPr sz="4000" b="1">
              <a:solidFill>
                <a:srgbClr val="FF0066"/>
              </a:solidFill>
              <a:latin typeface="Book Antiqua"/>
              <a:ea typeface="Book Antiqua"/>
              <a:cs typeface="Book Antiqua"/>
              <a:sym typeface="Book Antiqua"/>
            </a:endParaRPr>
          </a:p>
        </p:txBody>
      </p:sp>
      <p:grpSp>
        <p:nvGrpSpPr>
          <p:cNvPr id="103" name="Google Shape;103;p3"/>
          <p:cNvGrpSpPr/>
          <p:nvPr/>
        </p:nvGrpSpPr>
        <p:grpSpPr>
          <a:xfrm>
            <a:off x="74612" y="1371600"/>
            <a:ext cx="11887200" cy="5170646"/>
            <a:chOff x="74612" y="1371600"/>
            <a:chExt cx="11887200" cy="5170646"/>
          </a:xfrm>
        </p:grpSpPr>
        <p:sp>
          <p:nvSpPr>
            <p:cNvPr id="104" name="Google Shape;104;p3"/>
            <p:cNvSpPr txBox="1"/>
            <p:nvPr/>
          </p:nvSpPr>
          <p:spPr>
            <a:xfrm>
              <a:off x="74612" y="1371600"/>
              <a:ext cx="11887200" cy="5170646"/>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lt1"/>
                </a:buClr>
                <a:buSzPts val="2400"/>
                <a:buFont typeface="Noto Sans Symbols"/>
                <a:buChar char="❑"/>
              </a:pPr>
              <a:r>
                <a:rPr lang="en-US" sz="2400">
                  <a:solidFill>
                    <a:schemeClr val="lt1"/>
                  </a:solidFill>
                  <a:latin typeface="Book Antiqua"/>
                  <a:ea typeface="Book Antiqua"/>
                  <a:cs typeface="Book Antiqua"/>
                  <a:sym typeface="Book Antiqua"/>
                </a:rPr>
                <a:t>Radar is a long-range object detection system that uses radio waves to establish certain parameters of an object like its range, speed and position</a:t>
              </a:r>
              <a:endParaRPr/>
            </a:p>
            <a:p>
              <a:pPr marL="457200" marR="0" lvl="0" indent="-304800" algn="just" rtl="0">
                <a:spcBef>
                  <a:spcPts val="0"/>
                </a:spcBef>
                <a:spcAft>
                  <a:spcPts val="0"/>
                </a:spcAft>
                <a:buClr>
                  <a:schemeClr val="lt1"/>
                </a:buClr>
                <a:buSzPts val="2400"/>
                <a:buFont typeface="Noto Sans Symbols"/>
                <a:buNone/>
              </a:pPr>
              <a:endParaRPr sz="2400">
                <a:solidFill>
                  <a:schemeClr val="lt1"/>
                </a:solidFill>
                <a:latin typeface="Book Antiqua"/>
                <a:ea typeface="Book Antiqua"/>
                <a:cs typeface="Book Antiqua"/>
                <a:sym typeface="Book Antiqua"/>
              </a:endParaRPr>
            </a:p>
            <a:p>
              <a:pPr marL="457200" marR="0" lvl="0" indent="-457200" algn="l" rtl="0">
                <a:spcBef>
                  <a:spcPts val="0"/>
                </a:spcBef>
                <a:spcAft>
                  <a:spcPts val="0"/>
                </a:spcAft>
                <a:buClr>
                  <a:schemeClr val="lt1"/>
                </a:buClr>
                <a:buSzPts val="2400"/>
                <a:buFont typeface="Noto Sans Symbols"/>
                <a:buChar char="❑"/>
              </a:pPr>
              <a:r>
                <a:rPr lang="en-US" sz="2400">
                  <a:solidFill>
                    <a:schemeClr val="lt1"/>
                  </a:solidFill>
                  <a:latin typeface="Book Antiqua"/>
                  <a:ea typeface="Book Antiqua"/>
                  <a:cs typeface="Book Antiqua"/>
                  <a:sym typeface="Book Antiqua"/>
                </a:rPr>
                <a:t>The project is based on Sonar technology as I will</a:t>
              </a:r>
              <a:endParaRPr/>
            </a:p>
            <a:p>
              <a:pPr marL="0" marR="0" lvl="0" indent="0" algn="l" rtl="0">
                <a:spcBef>
                  <a:spcPts val="0"/>
                </a:spcBef>
                <a:spcAft>
                  <a:spcPts val="0"/>
                </a:spcAft>
                <a:buNone/>
              </a:pPr>
              <a:r>
                <a:rPr lang="en-US" sz="2400">
                  <a:solidFill>
                    <a:schemeClr val="lt1"/>
                  </a:solidFill>
                  <a:latin typeface="Book Antiqua"/>
                  <a:ea typeface="Book Antiqua"/>
                  <a:cs typeface="Book Antiqua"/>
                  <a:sym typeface="Book Antiqua"/>
                </a:rPr>
                <a:t>      be using an </a:t>
              </a:r>
              <a:endParaRPr/>
            </a:p>
            <a:p>
              <a:pPr marL="0" marR="0" lvl="0" indent="0" algn="l" rtl="0">
                <a:spcBef>
                  <a:spcPts val="0"/>
                </a:spcBef>
                <a:spcAft>
                  <a:spcPts val="0"/>
                </a:spcAft>
                <a:buNone/>
              </a:pPr>
              <a:r>
                <a:rPr lang="en-US" sz="2400">
                  <a:solidFill>
                    <a:schemeClr val="lt1"/>
                  </a:solidFill>
                  <a:latin typeface="Book Antiqua"/>
                  <a:ea typeface="Book Antiqua"/>
                  <a:cs typeface="Book Antiqua"/>
                  <a:sym typeface="Book Antiqua"/>
                </a:rPr>
                <a:t>      Ultrasonic Sensor to determine the </a:t>
              </a:r>
              <a:endParaRPr/>
            </a:p>
            <a:p>
              <a:pPr marL="0" marR="0" lvl="0" indent="0" algn="l" rtl="0">
                <a:spcBef>
                  <a:spcPts val="0"/>
                </a:spcBef>
                <a:spcAft>
                  <a:spcPts val="0"/>
                </a:spcAft>
                <a:buNone/>
              </a:pPr>
              <a:r>
                <a:rPr lang="en-US" sz="2400">
                  <a:solidFill>
                    <a:schemeClr val="lt1"/>
                  </a:solidFill>
                  <a:latin typeface="Book Antiqua"/>
                  <a:ea typeface="Book Antiqua"/>
                  <a:cs typeface="Book Antiqua"/>
                  <a:sym typeface="Book Antiqua"/>
                </a:rPr>
                <a:t>       presence of any object in a particular range.</a:t>
              </a:r>
              <a:endParaRPr/>
            </a:p>
            <a:p>
              <a:pPr marL="457200" marR="0" lvl="0" indent="-304800" algn="just" rtl="0">
                <a:spcBef>
                  <a:spcPts val="0"/>
                </a:spcBef>
                <a:spcAft>
                  <a:spcPts val="0"/>
                </a:spcAft>
                <a:buClr>
                  <a:schemeClr val="lt1"/>
                </a:buClr>
                <a:buSzPts val="2400"/>
                <a:buFont typeface="Noto Sans Symbols"/>
                <a:buNone/>
              </a:pPr>
              <a:endParaRPr sz="2400">
                <a:solidFill>
                  <a:schemeClr val="lt1"/>
                </a:solidFill>
                <a:latin typeface="Book Antiqua"/>
                <a:ea typeface="Book Antiqua"/>
                <a:cs typeface="Book Antiqua"/>
                <a:sym typeface="Book Antiqua"/>
              </a:endParaRPr>
            </a:p>
            <a:p>
              <a:pPr marL="457200" marR="0" lvl="0" indent="-304800" algn="just" rtl="0">
                <a:spcBef>
                  <a:spcPts val="0"/>
                </a:spcBef>
                <a:spcAft>
                  <a:spcPts val="0"/>
                </a:spcAft>
                <a:buClr>
                  <a:schemeClr val="lt1"/>
                </a:buClr>
                <a:buSzPts val="2400"/>
                <a:buFont typeface="Noto Sans Symbols"/>
                <a:buNone/>
              </a:pPr>
              <a:endParaRPr sz="2400">
                <a:solidFill>
                  <a:schemeClr val="lt1"/>
                </a:solidFill>
                <a:latin typeface="Book Antiqua"/>
                <a:ea typeface="Book Antiqua"/>
                <a:cs typeface="Book Antiqua"/>
                <a:sym typeface="Book Antiqua"/>
              </a:endParaRPr>
            </a:p>
            <a:p>
              <a:pPr marL="457200" marR="0" lvl="0" indent="-457200" algn="just" rtl="0">
                <a:spcBef>
                  <a:spcPts val="0"/>
                </a:spcBef>
                <a:spcAft>
                  <a:spcPts val="0"/>
                </a:spcAft>
                <a:buClr>
                  <a:schemeClr val="lt1"/>
                </a:buClr>
                <a:buSzPts val="2400"/>
                <a:buFont typeface="Noto Sans Symbols"/>
                <a:buChar char="❑"/>
              </a:pPr>
              <a:r>
                <a:rPr lang="en-US" sz="2400">
                  <a:solidFill>
                    <a:schemeClr val="lt1"/>
                  </a:solidFill>
                  <a:latin typeface="Book Antiqua"/>
                  <a:ea typeface="Book Antiqua"/>
                  <a:cs typeface="Book Antiqua"/>
                  <a:sym typeface="Book Antiqua"/>
                </a:rPr>
                <a:t>Rader is an object detection system. It uses Microwaves to determine the range, altitude, direction, or speed of objects. The radar can transmit radio waves or microwaves which bounce off any object in their path. So, we can easily determine any object in the radar range.</a:t>
              </a:r>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pic>
          <p:nvPicPr>
            <p:cNvPr id="105" name="Google Shape;105;p3" descr="C:\Users\SHADIN\Desktop\radar.jpg"/>
            <p:cNvPicPr preferRelativeResize="0"/>
            <p:nvPr/>
          </p:nvPicPr>
          <p:blipFill rotWithShape="1">
            <a:blip r:embed="rId3">
              <a:alphaModFix/>
            </a:blip>
            <a:srcRect/>
            <a:stretch/>
          </p:blipFill>
          <p:spPr>
            <a:xfrm>
              <a:off x="9523412" y="1905000"/>
              <a:ext cx="2301915" cy="2819400"/>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10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p:nvPr/>
        </p:nvSpPr>
        <p:spPr>
          <a:xfrm>
            <a:off x="2817812" y="533400"/>
            <a:ext cx="56388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FF0066"/>
                </a:solidFill>
                <a:latin typeface="Book Antiqua"/>
                <a:ea typeface="Book Antiqua"/>
                <a:cs typeface="Book Antiqua"/>
                <a:sym typeface="Book Antiqua"/>
              </a:rPr>
              <a:t>RATIONALE</a:t>
            </a:r>
            <a:endParaRPr sz="3600" b="1">
              <a:solidFill>
                <a:srgbClr val="FF0066"/>
              </a:solidFill>
              <a:latin typeface="Book Antiqua"/>
              <a:ea typeface="Book Antiqua"/>
              <a:cs typeface="Book Antiqua"/>
              <a:sym typeface="Book Antiqua"/>
            </a:endParaRPr>
          </a:p>
        </p:txBody>
      </p:sp>
      <p:sp>
        <p:nvSpPr>
          <p:cNvPr id="111" name="Google Shape;111;p4"/>
          <p:cNvSpPr txBox="1"/>
          <p:nvPr/>
        </p:nvSpPr>
        <p:spPr>
          <a:xfrm>
            <a:off x="379412" y="1600200"/>
            <a:ext cx="9906000" cy="4524315"/>
          </a:xfrm>
          <a:prstGeom prst="rect">
            <a:avLst/>
          </a:prstGeom>
          <a:noFill/>
          <a:ln>
            <a:noFill/>
          </a:ln>
        </p:spPr>
        <p:txBody>
          <a:bodyPr spcFirstLastPara="1" wrap="square" lIns="91425" tIns="45700" rIns="91425" bIns="45700" anchor="t" anchorCtr="0">
            <a:spAutoFit/>
          </a:bodyPr>
          <a:lstStyle/>
          <a:p>
            <a:pPr marL="342900" marR="0" lvl="0" indent="-342900" algn="l" rtl="0">
              <a:lnSpc>
                <a:spcPct val="200000"/>
              </a:lnSpc>
              <a:spcBef>
                <a:spcPts val="0"/>
              </a:spcBef>
              <a:spcAft>
                <a:spcPts val="0"/>
              </a:spcAft>
              <a:buClr>
                <a:schemeClr val="lt1"/>
              </a:buClr>
              <a:buSzPts val="2400"/>
              <a:buFont typeface="Noto Sans Symbols"/>
              <a:buChar char="❖"/>
            </a:pPr>
            <a:r>
              <a:rPr lang="en-US" sz="2400" b="1">
                <a:solidFill>
                  <a:schemeClr val="lt1"/>
                </a:solidFill>
                <a:latin typeface="Book Antiqua"/>
                <a:ea typeface="Book Antiqua"/>
                <a:cs typeface="Book Antiqua"/>
                <a:sym typeface="Book Antiqua"/>
              </a:rPr>
              <a:t> To develop an ultrasonic RADAR.</a:t>
            </a:r>
            <a:endParaRPr sz="2400" b="1">
              <a:solidFill>
                <a:schemeClr val="lt1"/>
              </a:solidFill>
              <a:latin typeface="Book Antiqua"/>
              <a:ea typeface="Book Antiqua"/>
              <a:cs typeface="Book Antiqua"/>
              <a:sym typeface="Book Antiqua"/>
            </a:endParaRPr>
          </a:p>
          <a:p>
            <a:pPr marL="342900" marR="0" lvl="0" indent="-342900" algn="l" rtl="0">
              <a:lnSpc>
                <a:spcPct val="250000"/>
              </a:lnSpc>
              <a:spcBef>
                <a:spcPts val="0"/>
              </a:spcBef>
              <a:spcAft>
                <a:spcPts val="0"/>
              </a:spcAft>
              <a:buClr>
                <a:schemeClr val="lt1"/>
              </a:buClr>
              <a:buSzPts val="2400"/>
              <a:buFont typeface="Noto Sans Symbols"/>
              <a:buChar char="❖"/>
            </a:pPr>
            <a:r>
              <a:rPr lang="en-US" sz="2400" b="1">
                <a:solidFill>
                  <a:schemeClr val="lt1"/>
                </a:solidFill>
                <a:latin typeface="Book Antiqua"/>
                <a:ea typeface="Book Antiqua"/>
                <a:cs typeface="Book Antiqua"/>
                <a:sym typeface="Book Antiqua"/>
              </a:rPr>
              <a:t> To detect the fixed or moving object.</a:t>
            </a:r>
            <a:endParaRPr/>
          </a:p>
          <a:p>
            <a:pPr marL="342900" marR="0" lvl="0" indent="-342900" algn="l" rtl="0">
              <a:lnSpc>
                <a:spcPct val="200000"/>
              </a:lnSpc>
              <a:spcBef>
                <a:spcPts val="0"/>
              </a:spcBef>
              <a:spcAft>
                <a:spcPts val="0"/>
              </a:spcAft>
              <a:buClr>
                <a:schemeClr val="lt1"/>
              </a:buClr>
              <a:buSzPts val="2400"/>
              <a:buFont typeface="Noto Sans Symbols"/>
              <a:buChar char="❖"/>
            </a:pPr>
            <a:r>
              <a:rPr lang="en-US" sz="2400" b="1">
                <a:solidFill>
                  <a:schemeClr val="lt1"/>
                </a:solidFill>
                <a:latin typeface="Book Antiqua"/>
                <a:ea typeface="Book Antiqua"/>
                <a:cs typeface="Book Antiqua"/>
                <a:sym typeface="Book Antiqua"/>
              </a:rPr>
              <a:t> To measure the distance of the object from the system.</a:t>
            </a:r>
            <a:endParaRPr/>
          </a:p>
          <a:p>
            <a:pPr marL="342900" marR="0" lvl="0" indent="-342900" algn="l" rtl="0">
              <a:lnSpc>
                <a:spcPct val="200000"/>
              </a:lnSpc>
              <a:spcBef>
                <a:spcPts val="0"/>
              </a:spcBef>
              <a:spcAft>
                <a:spcPts val="0"/>
              </a:spcAft>
              <a:buClr>
                <a:schemeClr val="lt1"/>
              </a:buClr>
              <a:buSzPts val="2400"/>
              <a:buFont typeface="Noto Sans Symbols"/>
              <a:buChar char="❖"/>
            </a:pPr>
            <a:r>
              <a:rPr lang="en-US" sz="2400" b="1">
                <a:solidFill>
                  <a:schemeClr val="lt1"/>
                </a:solidFill>
                <a:latin typeface="Book Antiqua"/>
                <a:ea typeface="Book Antiqua"/>
                <a:cs typeface="Book Antiqua"/>
                <a:sym typeface="Book Antiqua"/>
              </a:rPr>
              <a:t> To measure the angle of the moving object.</a:t>
            </a:r>
            <a:endParaRPr/>
          </a:p>
          <a:p>
            <a:pPr marL="342900" marR="0" lvl="0" indent="-342900" algn="l" rtl="0">
              <a:lnSpc>
                <a:spcPct val="200000"/>
              </a:lnSpc>
              <a:spcBef>
                <a:spcPts val="0"/>
              </a:spcBef>
              <a:spcAft>
                <a:spcPts val="0"/>
              </a:spcAft>
              <a:buClr>
                <a:schemeClr val="lt1"/>
              </a:buClr>
              <a:buSzPts val="2400"/>
              <a:buFont typeface="Noto Sans Symbols"/>
              <a:buChar char="❖"/>
            </a:pPr>
            <a:r>
              <a:rPr lang="en-US" sz="2400" b="1">
                <a:solidFill>
                  <a:schemeClr val="lt1"/>
                </a:solidFill>
                <a:latin typeface="Book Antiqua"/>
                <a:ea typeface="Book Antiqua"/>
                <a:cs typeface="Book Antiqua"/>
                <a:sym typeface="Book Antiqua"/>
              </a:rPr>
              <a:t> Reducing human time and effor </a:t>
            </a:r>
            <a:br>
              <a:rPr lang="en-US" sz="1800">
                <a:solidFill>
                  <a:schemeClr val="lt1"/>
                </a:solidFill>
                <a:latin typeface="Book Antiqua"/>
                <a:ea typeface="Book Antiqua"/>
                <a:cs typeface="Book Antiqua"/>
                <a:sym typeface="Book Antiqua"/>
              </a:rPr>
            </a:br>
            <a:endParaRPr sz="1800">
              <a:solidFill>
                <a:schemeClr val="lt1"/>
              </a:solidFill>
              <a:latin typeface="Book Antiqua"/>
              <a:ea typeface="Book Antiqua"/>
              <a:cs typeface="Book Antiqua"/>
              <a:sym typeface="Book Antiqu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fade">
                                      <p:cBhvr>
                                        <p:cTn id="7"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5"/>
          <p:cNvSpPr txBox="1"/>
          <p:nvPr/>
        </p:nvSpPr>
        <p:spPr>
          <a:xfrm>
            <a:off x="3808412" y="484909"/>
            <a:ext cx="80772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FF0066"/>
                </a:solidFill>
                <a:latin typeface="Book Antiqua"/>
                <a:ea typeface="Book Antiqua"/>
                <a:cs typeface="Book Antiqua"/>
                <a:sym typeface="Book Antiqua"/>
              </a:rPr>
              <a:t>COMPONENTS</a:t>
            </a:r>
            <a:endParaRPr sz="4000">
              <a:solidFill>
                <a:srgbClr val="FF0066"/>
              </a:solidFill>
              <a:latin typeface="Book Antiqua"/>
              <a:ea typeface="Book Antiqua"/>
              <a:cs typeface="Book Antiqua"/>
              <a:sym typeface="Book Antiqua"/>
            </a:endParaRPr>
          </a:p>
        </p:txBody>
      </p:sp>
      <p:sp>
        <p:nvSpPr>
          <p:cNvPr id="117" name="Google Shape;117;p5"/>
          <p:cNvSpPr txBox="1"/>
          <p:nvPr/>
        </p:nvSpPr>
        <p:spPr>
          <a:xfrm>
            <a:off x="379412" y="1828800"/>
            <a:ext cx="6553200" cy="30777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002060"/>
                </a:solidFill>
                <a:latin typeface="Book Antiqua"/>
                <a:ea typeface="Book Antiqua"/>
                <a:cs typeface="Book Antiqua"/>
                <a:sym typeface="Book Antiqua"/>
              </a:rPr>
              <a:t>Hardware</a:t>
            </a:r>
            <a:endParaRPr/>
          </a:p>
          <a:p>
            <a:pPr marL="457200" marR="0" lvl="1" indent="-152400" algn="l" rtl="0">
              <a:spcBef>
                <a:spcPts val="0"/>
              </a:spcBef>
              <a:spcAft>
                <a:spcPts val="0"/>
              </a:spcAft>
              <a:buClr>
                <a:schemeClr val="lt1"/>
              </a:buClr>
              <a:buSzPts val="2400"/>
              <a:buFont typeface="Noto Sans Symbols"/>
              <a:buChar char="⮚"/>
            </a:pPr>
            <a:r>
              <a:rPr lang="en-US" sz="2400" b="0" i="0" u="none" strike="noStrike" cap="none">
                <a:solidFill>
                  <a:schemeClr val="lt1"/>
                </a:solidFill>
                <a:latin typeface="Book Antiqua"/>
                <a:ea typeface="Book Antiqua"/>
                <a:cs typeface="Book Antiqua"/>
                <a:sym typeface="Book Antiqua"/>
              </a:rPr>
              <a:t>Arduino UNO  </a:t>
            </a:r>
            <a:endParaRPr/>
          </a:p>
          <a:p>
            <a:pPr marL="457200" marR="0" lvl="1" indent="-152400" algn="l" rtl="0">
              <a:spcBef>
                <a:spcPts val="0"/>
              </a:spcBef>
              <a:spcAft>
                <a:spcPts val="0"/>
              </a:spcAft>
              <a:buClr>
                <a:schemeClr val="lt1"/>
              </a:buClr>
              <a:buSzPts val="2400"/>
              <a:buFont typeface="Noto Sans Symbols"/>
              <a:buChar char="⮚"/>
            </a:pPr>
            <a:r>
              <a:rPr lang="en-US" sz="2400" b="0" i="0" u="none" strike="noStrike" cap="none">
                <a:solidFill>
                  <a:schemeClr val="lt1"/>
                </a:solidFill>
                <a:latin typeface="Book Antiqua"/>
                <a:ea typeface="Book Antiqua"/>
                <a:cs typeface="Book Antiqua"/>
                <a:sym typeface="Book Antiqua"/>
              </a:rPr>
              <a:t>HC-SR04 Ultrasonic Sensor </a:t>
            </a:r>
            <a:endParaRPr/>
          </a:p>
          <a:p>
            <a:pPr marL="457200" marR="0" lvl="1" indent="-152400" algn="l" rtl="0">
              <a:spcBef>
                <a:spcPts val="0"/>
              </a:spcBef>
              <a:spcAft>
                <a:spcPts val="0"/>
              </a:spcAft>
              <a:buClr>
                <a:schemeClr val="lt1"/>
              </a:buClr>
              <a:buSzPts val="2400"/>
              <a:buFont typeface="Noto Sans Symbols"/>
              <a:buChar char="⮚"/>
            </a:pPr>
            <a:r>
              <a:rPr lang="en-US" sz="2400" b="0" i="0" u="none" strike="noStrike" cap="none">
                <a:solidFill>
                  <a:schemeClr val="lt1"/>
                </a:solidFill>
                <a:latin typeface="Book Antiqua"/>
                <a:ea typeface="Book Antiqua"/>
                <a:cs typeface="Book Antiqua"/>
                <a:sym typeface="Book Antiqua"/>
              </a:rPr>
              <a:t>Tower Pro SG90 Servo Motor  </a:t>
            </a:r>
            <a:endParaRPr/>
          </a:p>
          <a:p>
            <a:pPr marL="457200" marR="0" lvl="1" indent="-152400" algn="l" rtl="0">
              <a:spcBef>
                <a:spcPts val="0"/>
              </a:spcBef>
              <a:spcAft>
                <a:spcPts val="0"/>
              </a:spcAft>
              <a:buClr>
                <a:schemeClr val="lt1"/>
              </a:buClr>
              <a:buSzPts val="2400"/>
              <a:buFont typeface="Noto Sans Symbols"/>
              <a:buChar char="⮚"/>
            </a:pPr>
            <a:r>
              <a:rPr lang="en-US" sz="2400" b="0" i="0" u="none" strike="noStrike" cap="none">
                <a:solidFill>
                  <a:schemeClr val="lt1"/>
                </a:solidFill>
                <a:latin typeface="Book Antiqua"/>
                <a:ea typeface="Book Antiqua"/>
                <a:cs typeface="Book Antiqua"/>
                <a:sym typeface="Book Antiqua"/>
              </a:rPr>
              <a:t>Ultrasonic Sensor </a:t>
            </a:r>
            <a:endParaRPr/>
          </a:p>
          <a:p>
            <a:pPr marL="457200" marR="0" lvl="1" indent="-152400" algn="l" rtl="0">
              <a:spcBef>
                <a:spcPts val="0"/>
              </a:spcBef>
              <a:spcAft>
                <a:spcPts val="0"/>
              </a:spcAft>
              <a:buClr>
                <a:schemeClr val="lt1"/>
              </a:buClr>
              <a:buSzPts val="2400"/>
              <a:buFont typeface="Noto Sans Symbols"/>
              <a:buChar char="⮚"/>
            </a:pPr>
            <a:r>
              <a:rPr lang="en-US" sz="2400" b="0" i="0" u="none" strike="noStrike" cap="none">
                <a:solidFill>
                  <a:schemeClr val="lt1"/>
                </a:solidFill>
                <a:latin typeface="Book Antiqua"/>
                <a:ea typeface="Book Antiqua"/>
                <a:cs typeface="Book Antiqua"/>
                <a:sym typeface="Book Antiqua"/>
              </a:rPr>
              <a:t>Jumper Cables + USB Cable (for Arduino)</a:t>
            </a:r>
            <a:endParaRPr/>
          </a:p>
          <a:p>
            <a:pPr marL="457200" marR="0" lvl="1" indent="-152400" algn="l" rtl="0">
              <a:spcBef>
                <a:spcPts val="0"/>
              </a:spcBef>
              <a:spcAft>
                <a:spcPts val="0"/>
              </a:spcAft>
              <a:buClr>
                <a:schemeClr val="lt1"/>
              </a:buClr>
              <a:buSzPts val="2400"/>
              <a:buFont typeface="Noto Sans Symbols"/>
              <a:buChar char="⮚"/>
            </a:pPr>
            <a:r>
              <a:rPr lang="en-US" sz="2400" b="0" i="0" u="none" strike="noStrike" cap="none">
                <a:solidFill>
                  <a:schemeClr val="lt1"/>
                </a:solidFill>
                <a:latin typeface="Book Antiqua"/>
                <a:ea typeface="Book Antiqua"/>
                <a:cs typeface="Book Antiqua"/>
                <a:sym typeface="Book Antiqua"/>
              </a:rPr>
              <a:t>Breadboard</a:t>
            </a:r>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sp>
        <p:nvSpPr>
          <p:cNvPr id="118" name="Google Shape;118;p5"/>
          <p:cNvSpPr txBox="1"/>
          <p:nvPr/>
        </p:nvSpPr>
        <p:spPr>
          <a:xfrm>
            <a:off x="308551" y="4495800"/>
            <a:ext cx="6705600" cy="19697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b="1">
              <a:solidFill>
                <a:schemeClr val="lt1"/>
              </a:solidFill>
              <a:latin typeface="Book Antiqua"/>
              <a:ea typeface="Book Antiqua"/>
              <a:cs typeface="Book Antiqua"/>
              <a:sym typeface="Book Antiqua"/>
            </a:endParaRPr>
          </a:p>
          <a:p>
            <a:pPr marL="0" marR="0" lvl="0" indent="0" algn="l" rtl="0">
              <a:spcBef>
                <a:spcPts val="0"/>
              </a:spcBef>
              <a:spcAft>
                <a:spcPts val="0"/>
              </a:spcAft>
              <a:buNone/>
            </a:pPr>
            <a:r>
              <a:rPr lang="en-US" sz="3200" b="1">
                <a:solidFill>
                  <a:srgbClr val="002060"/>
                </a:solidFill>
                <a:latin typeface="Book Antiqua"/>
                <a:ea typeface="Book Antiqua"/>
                <a:cs typeface="Book Antiqua"/>
                <a:sym typeface="Book Antiqua"/>
              </a:rPr>
              <a:t>Software</a:t>
            </a:r>
            <a:endParaRPr/>
          </a:p>
          <a:p>
            <a:pPr marL="457200" marR="0" lvl="1" indent="-152400" algn="l" rtl="0">
              <a:spcBef>
                <a:spcPts val="0"/>
              </a:spcBef>
              <a:spcAft>
                <a:spcPts val="0"/>
              </a:spcAft>
              <a:buClr>
                <a:schemeClr val="lt1"/>
              </a:buClr>
              <a:buSzPts val="2400"/>
              <a:buFont typeface="Noto Sans Symbols"/>
              <a:buChar char="⮚"/>
            </a:pPr>
            <a:r>
              <a:rPr lang="en-US" sz="2400" b="0" i="0" u="none" strike="noStrike" cap="none">
                <a:solidFill>
                  <a:schemeClr val="lt1"/>
                </a:solidFill>
                <a:latin typeface="Book Antiqua"/>
                <a:ea typeface="Book Antiqua"/>
                <a:cs typeface="Book Antiqua"/>
                <a:sym typeface="Book Antiqua"/>
              </a:rPr>
              <a:t>Arduino IDE</a:t>
            </a:r>
            <a:endParaRPr/>
          </a:p>
          <a:p>
            <a:pPr marL="457200" marR="0" lvl="1" indent="-152400" algn="l" rtl="0">
              <a:spcBef>
                <a:spcPts val="0"/>
              </a:spcBef>
              <a:spcAft>
                <a:spcPts val="0"/>
              </a:spcAft>
              <a:buClr>
                <a:schemeClr val="lt1"/>
              </a:buClr>
              <a:buSzPts val="2400"/>
              <a:buFont typeface="Noto Sans Symbols"/>
              <a:buChar char="⮚"/>
            </a:pPr>
            <a:r>
              <a:rPr lang="en-US" sz="2400" b="0" i="0" u="none" strike="noStrike" cap="none">
                <a:solidFill>
                  <a:schemeClr val="lt1"/>
                </a:solidFill>
                <a:latin typeface="Book Antiqua"/>
                <a:ea typeface="Book Antiqua"/>
                <a:cs typeface="Book Antiqua"/>
                <a:sym typeface="Book Antiqua"/>
              </a:rPr>
              <a:t>Processing Application</a:t>
            </a:r>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500"/>
                                        <p:tgtEl>
                                          <p:spTgt spid="1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8"/>
                                        </p:tgtEl>
                                        <p:attrNameLst>
                                          <p:attrName>style.visibility</p:attrName>
                                        </p:attrNameLst>
                                      </p:cBhvr>
                                      <p:to>
                                        <p:strVal val="visible"/>
                                      </p:to>
                                    </p:set>
                                    <p:animEffect transition="in" filter="fade">
                                      <p:cBhvr>
                                        <p:cTn id="12"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6"/>
          <p:cNvSpPr txBox="1"/>
          <p:nvPr/>
        </p:nvSpPr>
        <p:spPr>
          <a:xfrm>
            <a:off x="2970212" y="381000"/>
            <a:ext cx="6019800"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FF0066"/>
                </a:solidFill>
                <a:latin typeface="Book Antiqua"/>
                <a:ea typeface="Book Antiqua"/>
                <a:cs typeface="Book Antiqua"/>
                <a:sym typeface="Book Antiqua"/>
              </a:rPr>
              <a:t>ULTRASONIC SENSOR</a:t>
            </a:r>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sp>
        <p:nvSpPr>
          <p:cNvPr id="124" name="Google Shape;124;p6"/>
          <p:cNvSpPr txBox="1"/>
          <p:nvPr/>
        </p:nvSpPr>
        <p:spPr>
          <a:xfrm>
            <a:off x="6856412" y="1304330"/>
            <a:ext cx="4572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grpSp>
        <p:nvGrpSpPr>
          <p:cNvPr id="125" name="Google Shape;125;p6"/>
          <p:cNvGrpSpPr/>
          <p:nvPr/>
        </p:nvGrpSpPr>
        <p:grpSpPr>
          <a:xfrm>
            <a:off x="-458788" y="1143000"/>
            <a:ext cx="12370073" cy="4031873"/>
            <a:chOff x="-458788" y="997327"/>
            <a:chExt cx="12370073" cy="4031873"/>
          </a:xfrm>
        </p:grpSpPr>
        <p:sp>
          <p:nvSpPr>
            <p:cNvPr id="126" name="Google Shape;126;p6"/>
            <p:cNvSpPr txBox="1"/>
            <p:nvPr/>
          </p:nvSpPr>
          <p:spPr>
            <a:xfrm>
              <a:off x="-458788" y="997327"/>
              <a:ext cx="6248400" cy="4031873"/>
            </a:xfrm>
            <a:prstGeom prst="rect">
              <a:avLst/>
            </a:prstGeom>
            <a:noFill/>
            <a:ln>
              <a:noFill/>
            </a:ln>
          </p:spPr>
          <p:txBody>
            <a:bodyPr spcFirstLastPara="1" wrap="square" lIns="91425" tIns="45700" rIns="91425" bIns="45700" anchor="t" anchorCtr="0">
              <a:spAutoFit/>
            </a:bodyPr>
            <a:lstStyle/>
            <a:p>
              <a:pPr marL="742950" marR="0" lvl="1" indent="-285750" algn="l" rtl="0">
                <a:spcBef>
                  <a:spcPts val="0"/>
                </a:spcBef>
                <a:spcAft>
                  <a:spcPts val="0"/>
                </a:spcAft>
                <a:buClr>
                  <a:schemeClr val="lt1"/>
                </a:buClr>
                <a:buSzPts val="1800"/>
                <a:buFont typeface="Noto Sans Symbols"/>
                <a:buChar char="❑"/>
              </a:pPr>
              <a:r>
                <a:rPr lang="en-US" sz="1800" b="0" i="0" u="none" strike="noStrike" cap="none">
                  <a:solidFill>
                    <a:schemeClr val="lt1"/>
                  </a:solidFill>
                  <a:latin typeface="Book Antiqua"/>
                  <a:ea typeface="Book Antiqua"/>
                  <a:cs typeface="Book Antiqua"/>
                  <a:sym typeface="Book Antiqua"/>
                </a:rPr>
                <a:t>Ultrasonic sensor is mainly used to determine the distance of the target object.</a:t>
              </a:r>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Book Antiqua"/>
                <a:ea typeface="Book Antiqua"/>
                <a:cs typeface="Book Antiqua"/>
                <a:sym typeface="Book Antiqua"/>
              </a:endParaRPr>
            </a:p>
            <a:p>
              <a:pPr marL="742950" marR="0" lvl="1" indent="-285750" algn="l" rtl="0">
                <a:spcBef>
                  <a:spcPts val="0"/>
                </a:spcBef>
                <a:spcAft>
                  <a:spcPts val="0"/>
                </a:spcAft>
                <a:buClr>
                  <a:schemeClr val="lt1"/>
                </a:buClr>
                <a:buSzPts val="1800"/>
                <a:buFont typeface="Noto Sans Symbols"/>
                <a:buChar char="❑"/>
              </a:pPr>
              <a:r>
                <a:rPr lang="en-US" sz="1800" b="0" i="0" u="none" strike="noStrike" cap="none">
                  <a:solidFill>
                    <a:schemeClr val="lt1"/>
                  </a:solidFill>
                  <a:latin typeface="Book Antiqua"/>
                  <a:ea typeface="Book Antiqua"/>
                  <a:cs typeface="Book Antiqua"/>
                  <a:sym typeface="Book Antiqua"/>
                </a:rPr>
                <a:t>Transmitter and receiver are two main parts of the sensor where former converts an electrical signal to ultrasonic waves while later converts that ultrasonic signals back to electrical signals.</a:t>
              </a:r>
              <a:endParaRPr/>
            </a:p>
            <a:p>
              <a:pPr marL="742950" marR="0" lvl="1" indent="-171450" algn="l" rtl="0">
                <a:spcBef>
                  <a:spcPts val="0"/>
                </a:spcBef>
                <a:spcAft>
                  <a:spcPts val="0"/>
                </a:spcAft>
                <a:buClr>
                  <a:schemeClr val="lt1"/>
                </a:buClr>
                <a:buSzPts val="1800"/>
                <a:buFont typeface="Noto Sans Symbols"/>
                <a:buNone/>
              </a:pPr>
              <a:endParaRPr sz="1800" b="0" i="0" u="none" strike="noStrike" cap="none">
                <a:solidFill>
                  <a:schemeClr val="lt1"/>
                </a:solidFill>
                <a:latin typeface="Book Antiqua"/>
                <a:ea typeface="Book Antiqua"/>
                <a:cs typeface="Book Antiqua"/>
                <a:sym typeface="Book Antiqua"/>
              </a:endParaRPr>
            </a:p>
            <a:p>
              <a:pPr marL="742950" marR="0" lvl="1" indent="-285750" algn="l" rtl="0">
                <a:spcBef>
                  <a:spcPts val="0"/>
                </a:spcBef>
                <a:spcAft>
                  <a:spcPts val="0"/>
                </a:spcAft>
                <a:buClr>
                  <a:schemeClr val="lt1"/>
                </a:buClr>
                <a:buSzPts val="1800"/>
                <a:buFont typeface="Noto Sans Symbols"/>
                <a:buChar char="❑"/>
              </a:pPr>
              <a:r>
                <a:rPr lang="en-US" sz="1800" b="0" i="0" u="none" strike="noStrike" cap="none">
                  <a:solidFill>
                    <a:schemeClr val="lt1"/>
                  </a:solidFill>
                  <a:latin typeface="Book Antiqua"/>
                  <a:ea typeface="Book Antiqua"/>
                  <a:cs typeface="Book Antiqua"/>
                  <a:sym typeface="Book Antiqua"/>
                </a:rPr>
                <a:t>Its operating frequency is 4 MHz and its detection range is from 2cm to 400 cm</a:t>
              </a:r>
              <a:r>
                <a:rPr lang="en-US" sz="1800" b="1" i="0" u="none" strike="noStrike" cap="none">
                  <a:solidFill>
                    <a:schemeClr val="lt1"/>
                  </a:solidFill>
                  <a:latin typeface="Book Antiqua"/>
                  <a:ea typeface="Book Antiqua"/>
                  <a:cs typeface="Book Antiqua"/>
                  <a:sym typeface="Book Antiqua"/>
                </a:rPr>
                <a:t> </a:t>
              </a:r>
              <a:endParaRPr/>
            </a:p>
            <a:p>
              <a:pPr marL="457200" marR="0" lvl="1" indent="0" algn="l" rtl="0">
                <a:spcBef>
                  <a:spcPts val="0"/>
                </a:spcBef>
                <a:spcAft>
                  <a:spcPts val="0"/>
                </a:spcAft>
                <a:buNone/>
              </a:pPr>
              <a:r>
                <a:rPr lang="en-US" sz="1800" b="0" i="0" u="none" strike="noStrike" cap="none">
                  <a:solidFill>
                    <a:schemeClr val="lt1"/>
                  </a:solidFill>
                  <a:latin typeface="Book Antiqua"/>
                  <a:ea typeface="Book Antiqua"/>
                  <a:cs typeface="Book Antiqua"/>
                  <a:sym typeface="Book Antiqua"/>
                </a:rPr>
                <a:t>        </a:t>
              </a:r>
              <a:endParaRPr/>
            </a:p>
            <a:p>
              <a:pPr marL="457200" marR="0" lvl="1" indent="0" algn="l" rtl="0">
                <a:spcBef>
                  <a:spcPts val="0"/>
                </a:spcBef>
                <a:spcAft>
                  <a:spcPts val="0"/>
                </a:spcAft>
                <a:buNone/>
              </a:pPr>
              <a:endParaRPr sz="2000" b="0" i="0" u="none" strike="noStrike" cap="none">
                <a:solidFill>
                  <a:schemeClr val="lt1"/>
                </a:solidFill>
                <a:latin typeface="Book Antiqua"/>
                <a:ea typeface="Book Antiqua"/>
                <a:cs typeface="Book Antiqua"/>
                <a:sym typeface="Book Antiqua"/>
              </a:endParaRPr>
            </a:p>
            <a:p>
              <a:pPr marL="457200" marR="0" lvl="1" indent="0" algn="l" rtl="0">
                <a:spcBef>
                  <a:spcPts val="0"/>
                </a:spcBef>
                <a:spcAft>
                  <a:spcPts val="0"/>
                </a:spcAft>
                <a:buNone/>
              </a:pPr>
              <a:endParaRPr sz="2000" b="0" i="0" u="none" strike="noStrike" cap="none">
                <a:solidFill>
                  <a:schemeClr val="lt1"/>
                </a:solidFill>
                <a:latin typeface="Book Antiqua"/>
                <a:ea typeface="Book Antiqua"/>
                <a:cs typeface="Book Antiqua"/>
                <a:sym typeface="Book Antiqua"/>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pic>
          <p:nvPicPr>
            <p:cNvPr id="127" name="Google Shape;127;p6"/>
            <p:cNvPicPr preferRelativeResize="0"/>
            <p:nvPr/>
          </p:nvPicPr>
          <p:blipFill rotWithShape="1">
            <a:blip r:embed="rId3">
              <a:alphaModFix/>
            </a:blip>
            <a:srcRect l="-620" t="16091" r="619" b="18138"/>
            <a:stretch/>
          </p:blipFill>
          <p:spPr>
            <a:xfrm>
              <a:off x="8685212" y="997327"/>
              <a:ext cx="3226073" cy="2165389"/>
            </a:xfrm>
            <a:prstGeom prst="rect">
              <a:avLst/>
            </a:prstGeom>
            <a:noFill/>
            <a:ln>
              <a:noFill/>
            </a:ln>
          </p:spPr>
        </p:pic>
      </p:grpSp>
      <p:sp>
        <p:nvSpPr>
          <p:cNvPr id="128" name="Google Shape;128;p6"/>
          <p:cNvSpPr txBox="1"/>
          <p:nvPr/>
        </p:nvSpPr>
        <p:spPr>
          <a:xfrm>
            <a:off x="8456612" y="5105400"/>
            <a:ext cx="25908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sp>
        <p:nvSpPr>
          <p:cNvPr id="129" name="Google Shape;129;p6"/>
          <p:cNvSpPr txBox="1"/>
          <p:nvPr/>
        </p:nvSpPr>
        <p:spPr>
          <a:xfrm>
            <a:off x="2436812" y="4114800"/>
            <a:ext cx="70866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Book Antiqua"/>
                <a:ea typeface="Book Antiqua"/>
                <a:cs typeface="Book Antiqua"/>
                <a:sym typeface="Book Antiqua"/>
              </a:rPr>
              <a:t>        </a:t>
            </a:r>
            <a:endParaRPr sz="3600">
              <a:solidFill>
                <a:srgbClr val="FF0066"/>
              </a:solidFill>
              <a:latin typeface="Book Antiqua"/>
              <a:ea typeface="Book Antiqua"/>
              <a:cs typeface="Book Antiqua"/>
              <a:sym typeface="Book Antiqua"/>
            </a:endParaRPr>
          </a:p>
        </p:txBody>
      </p:sp>
      <p:grpSp>
        <p:nvGrpSpPr>
          <p:cNvPr id="130" name="Google Shape;130;p6"/>
          <p:cNvGrpSpPr/>
          <p:nvPr/>
        </p:nvGrpSpPr>
        <p:grpSpPr>
          <a:xfrm>
            <a:off x="5027612" y="4038600"/>
            <a:ext cx="7543864" cy="2319992"/>
            <a:chOff x="5027612" y="4038600"/>
            <a:chExt cx="7543864" cy="2319992"/>
          </a:xfrm>
        </p:grpSpPr>
        <p:sp>
          <p:nvSpPr>
            <p:cNvPr id="131" name="Google Shape;131;p6"/>
            <p:cNvSpPr txBox="1"/>
            <p:nvPr/>
          </p:nvSpPr>
          <p:spPr>
            <a:xfrm>
              <a:off x="5027612" y="4419600"/>
              <a:ext cx="7543864" cy="1938992"/>
            </a:xfrm>
            <a:prstGeom prst="rect">
              <a:avLst/>
            </a:prstGeom>
            <a:noFill/>
            <a:ln>
              <a:noFill/>
            </a:ln>
          </p:spPr>
          <p:txBody>
            <a:bodyPr spcFirstLastPara="1" wrap="square" lIns="91425" tIns="45700" rIns="91425" bIns="45700" anchor="t" anchorCtr="0">
              <a:spAutoFit/>
            </a:bodyPr>
            <a:lstStyle/>
            <a:p>
              <a:pPr marL="0" marR="0" lvl="0" indent="-127000" algn="l" rtl="0">
                <a:spcBef>
                  <a:spcPts val="0"/>
                </a:spcBef>
                <a:spcAft>
                  <a:spcPts val="0"/>
                </a:spcAft>
                <a:buClr>
                  <a:srgbClr val="002060"/>
                </a:buClr>
                <a:buSzPts val="2000"/>
                <a:buFont typeface="Noto Sans Symbols"/>
                <a:buChar char="⮚"/>
              </a:pPr>
              <a:r>
                <a:rPr lang="en-US" sz="2000">
                  <a:solidFill>
                    <a:schemeClr val="lt1"/>
                  </a:solidFill>
                  <a:latin typeface="Times New Roman"/>
                  <a:ea typeface="Times New Roman"/>
                  <a:cs typeface="Times New Roman"/>
                  <a:sym typeface="Times New Roman"/>
                </a:rPr>
                <a:t>Measures the distance within a wide range of   2 cm to 400cm                     </a:t>
              </a:r>
              <a:endParaRPr/>
            </a:p>
            <a:p>
              <a:pPr marL="0" marR="0" lvl="0" indent="-127000" algn="l" rtl="0">
                <a:spcBef>
                  <a:spcPts val="0"/>
                </a:spcBef>
                <a:spcAft>
                  <a:spcPts val="0"/>
                </a:spcAft>
                <a:buClr>
                  <a:srgbClr val="002060"/>
                </a:buClr>
                <a:buSzPts val="2000"/>
                <a:buFont typeface="Noto Sans Symbols"/>
                <a:buChar char="⮚"/>
              </a:pPr>
              <a:r>
                <a:rPr lang="en-US" sz="2000">
                  <a:solidFill>
                    <a:schemeClr val="lt1"/>
                  </a:solidFill>
                  <a:latin typeface="Times New Roman"/>
                  <a:ea typeface="Times New Roman"/>
                  <a:cs typeface="Times New Roman"/>
                  <a:sym typeface="Times New Roman"/>
                </a:rPr>
                <a:t>Stable performance</a:t>
              </a:r>
              <a:endParaRPr/>
            </a:p>
            <a:p>
              <a:pPr marL="0" marR="0" lvl="0" indent="-127000" algn="l" rtl="0">
                <a:spcBef>
                  <a:spcPts val="0"/>
                </a:spcBef>
                <a:spcAft>
                  <a:spcPts val="0"/>
                </a:spcAft>
                <a:buClr>
                  <a:srgbClr val="002060"/>
                </a:buClr>
                <a:buSzPts val="2000"/>
                <a:buFont typeface="Noto Sans Symbols"/>
                <a:buChar char="⮚"/>
              </a:pPr>
              <a:r>
                <a:rPr lang="en-US" sz="2000">
                  <a:solidFill>
                    <a:schemeClr val="lt1"/>
                  </a:solidFill>
                  <a:latin typeface="Times New Roman"/>
                  <a:ea typeface="Times New Roman"/>
                  <a:cs typeface="Times New Roman"/>
                  <a:sym typeface="Times New Roman"/>
                </a:rPr>
                <a:t>Accurate distance measurement</a:t>
              </a:r>
              <a:endParaRPr/>
            </a:p>
            <a:p>
              <a:pPr marL="0" marR="0" lvl="0" indent="-127000" algn="l" rtl="0">
                <a:spcBef>
                  <a:spcPts val="0"/>
                </a:spcBef>
                <a:spcAft>
                  <a:spcPts val="0"/>
                </a:spcAft>
                <a:buClr>
                  <a:srgbClr val="002060"/>
                </a:buClr>
                <a:buSzPts val="2000"/>
                <a:buFont typeface="Noto Sans Symbols"/>
                <a:buChar char="⮚"/>
              </a:pPr>
              <a:r>
                <a:rPr lang="en-US" sz="2000">
                  <a:solidFill>
                    <a:schemeClr val="lt1"/>
                  </a:solidFill>
                  <a:latin typeface="Times New Roman"/>
                  <a:ea typeface="Times New Roman"/>
                  <a:cs typeface="Times New Roman"/>
                  <a:sym typeface="Times New Roman"/>
                </a:rPr>
                <a:t>High-density</a:t>
              </a:r>
              <a:endParaRPr/>
            </a:p>
            <a:p>
              <a:pPr marL="0" marR="0" lvl="0" indent="-127000" algn="l" rtl="0">
                <a:spcBef>
                  <a:spcPts val="0"/>
                </a:spcBef>
                <a:spcAft>
                  <a:spcPts val="0"/>
                </a:spcAft>
                <a:buClr>
                  <a:srgbClr val="002060"/>
                </a:buClr>
                <a:buSzPts val="2000"/>
                <a:buFont typeface="Noto Sans Symbols"/>
                <a:buChar char="⮚"/>
              </a:pPr>
              <a:r>
                <a:rPr lang="en-US" sz="2000">
                  <a:solidFill>
                    <a:schemeClr val="lt1"/>
                  </a:solidFill>
                  <a:latin typeface="Times New Roman"/>
                  <a:ea typeface="Times New Roman"/>
                  <a:cs typeface="Times New Roman"/>
                  <a:sym typeface="Times New Roman"/>
                </a:rPr>
                <a:t>Small blind distance</a:t>
              </a:r>
              <a:endParaRPr/>
            </a:p>
            <a:p>
              <a:pPr marL="0" marR="0" lvl="0" indent="0" algn="l" rtl="0">
                <a:spcBef>
                  <a:spcPts val="0"/>
                </a:spcBef>
                <a:spcAft>
                  <a:spcPts val="0"/>
                </a:spcAft>
                <a:buNone/>
              </a:pPr>
              <a:endParaRPr sz="2000">
                <a:solidFill>
                  <a:schemeClr val="lt1"/>
                </a:solidFill>
                <a:latin typeface="Book Antiqua"/>
                <a:ea typeface="Book Antiqua"/>
                <a:cs typeface="Book Antiqua"/>
                <a:sym typeface="Book Antiqua"/>
              </a:endParaRPr>
            </a:p>
          </p:txBody>
        </p:sp>
        <p:sp>
          <p:nvSpPr>
            <p:cNvPr id="132" name="Google Shape;132;p6"/>
            <p:cNvSpPr txBox="1"/>
            <p:nvPr/>
          </p:nvSpPr>
          <p:spPr>
            <a:xfrm>
              <a:off x="7466012" y="4038600"/>
              <a:ext cx="2590800" cy="38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66"/>
                  </a:solidFill>
                  <a:latin typeface="Book Antiqua"/>
                  <a:ea typeface="Book Antiqua"/>
                  <a:cs typeface="Book Antiqua"/>
                  <a:sym typeface="Book Antiqua"/>
                </a:rPr>
                <a:t>RATING</a:t>
              </a:r>
              <a:endParaRPr sz="1800" b="1">
                <a:solidFill>
                  <a:srgbClr val="FF0066"/>
                </a:solidFill>
                <a:latin typeface="Book Antiqua"/>
                <a:ea typeface="Book Antiqua"/>
                <a:cs typeface="Book Antiqua"/>
                <a:sym typeface="Book Antiqua"/>
              </a:endParaRPr>
            </a:p>
          </p:txBody>
        </p:sp>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1000"/>
                                        <p:tgtEl>
                                          <p:spTgt spid="12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30"/>
                                        </p:tgtEl>
                                        <p:attrNameLst>
                                          <p:attrName>style.visibility</p:attrName>
                                        </p:attrNameLst>
                                      </p:cBhvr>
                                      <p:to>
                                        <p:strVal val="visible"/>
                                      </p:to>
                                    </p:set>
                                    <p:anim calcmode="lin" valueType="num">
                                      <p:cBhvr additive="base">
                                        <p:cTn id="12" dur="500"/>
                                        <p:tgtEl>
                                          <p:spTgt spid="130"/>
                                        </p:tgtEl>
                                        <p:attrNameLst>
                                          <p:attrName>ppt_w</p:attrName>
                                        </p:attrNameLst>
                                      </p:cBhvr>
                                      <p:tavLst>
                                        <p:tav tm="0">
                                          <p:val>
                                            <p:strVal val="0"/>
                                          </p:val>
                                        </p:tav>
                                        <p:tav tm="100000">
                                          <p:val>
                                            <p:strVal val="#ppt_w"/>
                                          </p:val>
                                        </p:tav>
                                      </p:tavLst>
                                    </p:anim>
                                    <p:anim calcmode="lin" valueType="num">
                                      <p:cBhvr additive="base">
                                        <p:cTn id="13" dur="500"/>
                                        <p:tgtEl>
                                          <p:spTgt spid="13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7"/>
          <p:cNvSpPr txBox="1"/>
          <p:nvPr/>
        </p:nvSpPr>
        <p:spPr>
          <a:xfrm>
            <a:off x="2055812" y="381000"/>
            <a:ext cx="8458200"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FF0066"/>
                </a:solidFill>
                <a:latin typeface="Book Antiqua"/>
                <a:ea typeface="Book Antiqua"/>
                <a:cs typeface="Book Antiqua"/>
                <a:sym typeface="Book Antiqua"/>
              </a:rPr>
              <a:t>SERVO MOTOR</a:t>
            </a:r>
            <a:endParaRPr sz="3600">
              <a:solidFill>
                <a:srgbClr val="FF0066"/>
              </a:solidFill>
              <a:latin typeface="Book Antiqua"/>
              <a:ea typeface="Book Antiqua"/>
              <a:cs typeface="Book Antiqua"/>
              <a:sym typeface="Book Antiqua"/>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grpSp>
        <p:nvGrpSpPr>
          <p:cNvPr id="138" name="Google Shape;138;p7"/>
          <p:cNvGrpSpPr/>
          <p:nvPr/>
        </p:nvGrpSpPr>
        <p:grpSpPr>
          <a:xfrm>
            <a:off x="455612" y="1020922"/>
            <a:ext cx="10058400" cy="2056606"/>
            <a:chOff x="455612" y="1020922"/>
            <a:chExt cx="10058400" cy="2056606"/>
          </a:xfrm>
        </p:grpSpPr>
        <p:sp>
          <p:nvSpPr>
            <p:cNvPr id="139" name="Google Shape;139;p7"/>
            <p:cNvSpPr txBox="1"/>
            <p:nvPr/>
          </p:nvSpPr>
          <p:spPr>
            <a:xfrm>
              <a:off x="455612" y="1600200"/>
              <a:ext cx="7466012" cy="1477328"/>
            </a:xfrm>
            <a:prstGeom prst="rect">
              <a:avLst/>
            </a:prstGeom>
            <a:noFill/>
            <a:ln>
              <a:noFill/>
            </a:ln>
          </p:spPr>
          <p:txBody>
            <a:bodyPr spcFirstLastPara="1" wrap="square" lIns="91425" tIns="45700" rIns="91425" bIns="45700" anchor="t" anchorCtr="0">
              <a:spAutoFit/>
            </a:bodyPr>
            <a:lstStyle/>
            <a:p>
              <a:pPr marL="0" marR="0" lvl="1" indent="0" algn="l" rtl="0">
                <a:spcBef>
                  <a:spcPts val="0"/>
                </a:spcBef>
                <a:spcAft>
                  <a:spcPts val="0"/>
                </a:spcAft>
                <a:buNone/>
              </a:pPr>
              <a:r>
                <a:rPr lang="en-US" sz="2400" b="1" i="0" u="none" strike="noStrike" cap="none">
                  <a:solidFill>
                    <a:schemeClr val="lt1"/>
                  </a:solidFill>
                  <a:latin typeface="Book Antiqua"/>
                  <a:ea typeface="Book Antiqua"/>
                  <a:cs typeface="Book Antiqua"/>
                  <a:sym typeface="Book Antiqua"/>
                </a:rPr>
                <a:t>Servo motor is a motor which requires +5V to operate and having a torque of 2.5kg/cm. It must be kept in mind that it can only rotate from 0°-180°</a:t>
              </a:r>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grpSp>
          <p:nvGrpSpPr>
            <p:cNvPr id="140" name="Google Shape;140;p7"/>
            <p:cNvGrpSpPr/>
            <p:nvPr/>
          </p:nvGrpSpPr>
          <p:grpSpPr>
            <a:xfrm>
              <a:off x="2362200" y="1020922"/>
              <a:ext cx="8151812" cy="1779607"/>
              <a:chOff x="-382588" y="4648200"/>
              <a:chExt cx="10820400" cy="1779607"/>
            </a:xfrm>
          </p:grpSpPr>
          <p:sp>
            <p:nvSpPr>
              <p:cNvPr id="141" name="Google Shape;141;p7"/>
              <p:cNvSpPr txBox="1"/>
              <p:nvPr/>
            </p:nvSpPr>
            <p:spPr>
              <a:xfrm>
                <a:off x="-382588" y="5126182"/>
                <a:ext cx="6705600" cy="369332"/>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endParaRPr sz="1800" b="0" i="0" u="none" strike="noStrike" cap="none">
                  <a:solidFill>
                    <a:schemeClr val="lt1"/>
                  </a:solidFill>
                  <a:latin typeface="Book Antiqua"/>
                  <a:ea typeface="Book Antiqua"/>
                  <a:cs typeface="Book Antiqua"/>
                  <a:sym typeface="Book Antiqua"/>
                </a:endParaRPr>
              </a:p>
            </p:txBody>
          </p:sp>
          <p:pic>
            <p:nvPicPr>
              <p:cNvPr id="142" name="Google Shape;142;p7"/>
              <p:cNvPicPr preferRelativeResize="0"/>
              <p:nvPr/>
            </p:nvPicPr>
            <p:blipFill rotWithShape="1">
              <a:blip r:embed="rId3">
                <a:alphaModFix/>
              </a:blip>
              <a:srcRect l="6808" t="8754" r="3728" b="5394"/>
              <a:stretch/>
            </p:blipFill>
            <p:spPr>
              <a:xfrm>
                <a:off x="8195110" y="4648200"/>
                <a:ext cx="2242702" cy="1779607"/>
              </a:xfrm>
              <a:prstGeom prst="rect">
                <a:avLst/>
              </a:prstGeom>
              <a:noFill/>
              <a:ln>
                <a:noFill/>
              </a:ln>
            </p:spPr>
          </p:pic>
        </p:grpSp>
      </p:grpSp>
      <p:grpSp>
        <p:nvGrpSpPr>
          <p:cNvPr id="143" name="Google Shape;143;p7"/>
          <p:cNvGrpSpPr/>
          <p:nvPr/>
        </p:nvGrpSpPr>
        <p:grpSpPr>
          <a:xfrm>
            <a:off x="7396409" y="3200400"/>
            <a:ext cx="6851403" cy="2904768"/>
            <a:chOff x="7396409" y="3200400"/>
            <a:chExt cx="6851403" cy="2904768"/>
          </a:xfrm>
        </p:grpSpPr>
        <p:sp>
          <p:nvSpPr>
            <p:cNvPr id="144" name="Google Shape;144;p7"/>
            <p:cNvSpPr txBox="1"/>
            <p:nvPr/>
          </p:nvSpPr>
          <p:spPr>
            <a:xfrm>
              <a:off x="7396409" y="3581400"/>
              <a:ext cx="6851403" cy="2523768"/>
            </a:xfrm>
            <a:prstGeom prst="rect">
              <a:avLst/>
            </a:prstGeom>
            <a:noFill/>
            <a:ln>
              <a:noFill/>
            </a:ln>
          </p:spPr>
          <p:txBody>
            <a:bodyPr spcFirstLastPara="1" wrap="square" lIns="91425" tIns="45700" rIns="91425" bIns="45700" anchor="t" anchorCtr="0">
              <a:spAutoFit/>
            </a:bodyPr>
            <a:lstStyle/>
            <a:p>
              <a:pPr marL="0" marR="0" lvl="0" indent="-127000" algn="l" rtl="0">
                <a:spcBef>
                  <a:spcPts val="0"/>
                </a:spcBef>
                <a:spcAft>
                  <a:spcPts val="0"/>
                </a:spcAft>
                <a:buClr>
                  <a:srgbClr val="002060"/>
                </a:buClr>
                <a:buSzPts val="2000"/>
                <a:buFont typeface="Noto Sans Symbols"/>
                <a:buChar char="⮚"/>
              </a:pPr>
              <a:r>
                <a:rPr lang="en-US" sz="2000">
                  <a:solidFill>
                    <a:schemeClr val="lt1"/>
                  </a:solidFill>
                  <a:latin typeface="Times New Roman"/>
                  <a:ea typeface="Times New Roman"/>
                  <a:cs typeface="Times New Roman"/>
                  <a:sym typeface="Times New Roman"/>
                </a:rPr>
                <a:t>Operating Voltage is +5V typically</a:t>
              </a:r>
              <a:endParaRPr/>
            </a:p>
            <a:p>
              <a:pPr marL="0" marR="0" lvl="0" indent="-127000" algn="l" rtl="0">
                <a:spcBef>
                  <a:spcPts val="0"/>
                </a:spcBef>
                <a:spcAft>
                  <a:spcPts val="0"/>
                </a:spcAft>
                <a:buClr>
                  <a:srgbClr val="002060"/>
                </a:buClr>
                <a:buSzPts val="2000"/>
                <a:buFont typeface="Noto Sans Symbols"/>
                <a:buChar char="⮚"/>
              </a:pPr>
              <a:r>
                <a:rPr lang="en-US" sz="2000">
                  <a:solidFill>
                    <a:schemeClr val="lt1"/>
                  </a:solidFill>
                  <a:latin typeface="Times New Roman"/>
                  <a:ea typeface="Times New Roman"/>
                  <a:cs typeface="Times New Roman"/>
                  <a:sym typeface="Times New Roman"/>
                </a:rPr>
                <a:t>Torque: 2.5kg/cm</a:t>
              </a:r>
              <a:endParaRPr/>
            </a:p>
            <a:p>
              <a:pPr marL="0" marR="0" lvl="0" indent="-127000" algn="l" rtl="0">
                <a:spcBef>
                  <a:spcPts val="0"/>
                </a:spcBef>
                <a:spcAft>
                  <a:spcPts val="0"/>
                </a:spcAft>
                <a:buClr>
                  <a:srgbClr val="002060"/>
                </a:buClr>
                <a:buSzPts val="2000"/>
                <a:buFont typeface="Noto Sans Symbols"/>
                <a:buChar char="⮚"/>
              </a:pPr>
              <a:r>
                <a:rPr lang="en-US" sz="2000">
                  <a:solidFill>
                    <a:schemeClr val="lt1"/>
                  </a:solidFill>
                  <a:latin typeface="Times New Roman"/>
                  <a:ea typeface="Times New Roman"/>
                  <a:cs typeface="Times New Roman"/>
                  <a:sym typeface="Times New Roman"/>
                </a:rPr>
                <a:t>Operating speed is 0.1s/60°</a:t>
              </a:r>
              <a:endParaRPr/>
            </a:p>
            <a:p>
              <a:pPr marL="0" marR="0" lvl="0" indent="-127000" algn="l" rtl="0">
                <a:spcBef>
                  <a:spcPts val="0"/>
                </a:spcBef>
                <a:spcAft>
                  <a:spcPts val="0"/>
                </a:spcAft>
                <a:buClr>
                  <a:srgbClr val="002060"/>
                </a:buClr>
                <a:buSzPts val="2000"/>
                <a:buFont typeface="Noto Sans Symbols"/>
                <a:buChar char="⮚"/>
              </a:pPr>
              <a:r>
                <a:rPr lang="en-US" sz="2000">
                  <a:solidFill>
                    <a:schemeClr val="lt1"/>
                  </a:solidFill>
                  <a:latin typeface="Times New Roman"/>
                  <a:ea typeface="Times New Roman"/>
                  <a:cs typeface="Times New Roman"/>
                  <a:sym typeface="Times New Roman"/>
                </a:rPr>
                <a:t>Gear Type: Plastic</a:t>
              </a:r>
              <a:endParaRPr/>
            </a:p>
            <a:p>
              <a:pPr marL="0" marR="0" lvl="0" indent="-127000" algn="l" rtl="0">
                <a:spcBef>
                  <a:spcPts val="0"/>
                </a:spcBef>
                <a:spcAft>
                  <a:spcPts val="0"/>
                </a:spcAft>
                <a:buClr>
                  <a:srgbClr val="002060"/>
                </a:buClr>
                <a:buSzPts val="2000"/>
                <a:buFont typeface="Noto Sans Symbols"/>
                <a:buChar char="⮚"/>
              </a:pPr>
              <a:r>
                <a:rPr lang="en-US" sz="2000">
                  <a:solidFill>
                    <a:schemeClr val="lt1"/>
                  </a:solidFill>
                  <a:latin typeface="Times New Roman"/>
                  <a:ea typeface="Times New Roman"/>
                  <a:cs typeface="Times New Roman"/>
                  <a:sym typeface="Times New Roman"/>
                </a:rPr>
                <a:t>Rotation : 0°-180°</a:t>
              </a:r>
              <a:endParaRPr/>
            </a:p>
            <a:p>
              <a:pPr marL="0" marR="0" lvl="0" indent="-127000" algn="l" rtl="0">
                <a:spcBef>
                  <a:spcPts val="0"/>
                </a:spcBef>
                <a:spcAft>
                  <a:spcPts val="0"/>
                </a:spcAft>
                <a:buClr>
                  <a:srgbClr val="002060"/>
                </a:buClr>
                <a:buSzPts val="2000"/>
                <a:buFont typeface="Noto Sans Symbols"/>
                <a:buChar char="⮚"/>
              </a:pPr>
              <a:r>
                <a:rPr lang="en-US" sz="2000">
                  <a:solidFill>
                    <a:schemeClr val="lt1"/>
                  </a:solidFill>
                  <a:latin typeface="Times New Roman"/>
                  <a:ea typeface="Times New Roman"/>
                  <a:cs typeface="Times New Roman"/>
                  <a:sym typeface="Times New Roman"/>
                </a:rPr>
                <a:t>Weight of motor : 9gm</a:t>
              </a:r>
              <a:endParaRPr/>
            </a:p>
            <a:p>
              <a:pPr marL="0" marR="0" lvl="0" indent="-127000" algn="l" rtl="0">
                <a:spcBef>
                  <a:spcPts val="0"/>
                </a:spcBef>
                <a:spcAft>
                  <a:spcPts val="0"/>
                </a:spcAft>
                <a:buClr>
                  <a:srgbClr val="002060"/>
                </a:buClr>
                <a:buSzPts val="2000"/>
                <a:buFont typeface="Noto Sans Symbols"/>
                <a:buChar char="⮚"/>
              </a:pPr>
              <a:r>
                <a:rPr lang="en-US" sz="2000">
                  <a:solidFill>
                    <a:schemeClr val="lt1"/>
                  </a:solidFill>
                  <a:latin typeface="Times New Roman"/>
                  <a:ea typeface="Times New Roman"/>
                  <a:cs typeface="Times New Roman"/>
                  <a:sym typeface="Times New Roman"/>
                </a:rPr>
                <a:t>Package includes gear horns and screws</a:t>
              </a:r>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sp>
          <p:nvSpPr>
            <p:cNvPr id="145" name="Google Shape;145;p7"/>
            <p:cNvSpPr txBox="1"/>
            <p:nvPr/>
          </p:nvSpPr>
          <p:spPr>
            <a:xfrm>
              <a:off x="8723312" y="3200400"/>
              <a:ext cx="26289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66"/>
                  </a:solidFill>
                  <a:latin typeface="Book Antiqua"/>
                  <a:ea typeface="Book Antiqua"/>
                  <a:cs typeface="Book Antiqua"/>
                  <a:sym typeface="Book Antiqua"/>
                </a:rPr>
                <a:t>RATING</a:t>
              </a:r>
              <a:endParaRPr sz="1800" b="1">
                <a:solidFill>
                  <a:srgbClr val="FF0066"/>
                </a:solidFill>
                <a:latin typeface="Book Antiqua"/>
                <a:ea typeface="Book Antiqua"/>
                <a:cs typeface="Book Antiqua"/>
                <a:sym typeface="Book Antiqua"/>
              </a:endParaRPr>
            </a:p>
          </p:txBody>
        </p:sp>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fade">
                                      <p:cBhvr>
                                        <p:cTn id="7" dur="500"/>
                                        <p:tgtEl>
                                          <p:spTgt spid="13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43"/>
                                        </p:tgtEl>
                                        <p:attrNameLst>
                                          <p:attrName>style.visibility</p:attrName>
                                        </p:attrNameLst>
                                      </p:cBhvr>
                                      <p:to>
                                        <p:strVal val="visible"/>
                                      </p:to>
                                    </p:set>
                                    <p:anim calcmode="lin" valueType="num">
                                      <p:cBhvr additive="base">
                                        <p:cTn id="12" dur="500"/>
                                        <p:tgtEl>
                                          <p:spTgt spid="143"/>
                                        </p:tgtEl>
                                        <p:attrNameLst>
                                          <p:attrName>ppt_w</p:attrName>
                                        </p:attrNameLst>
                                      </p:cBhvr>
                                      <p:tavLst>
                                        <p:tav tm="0">
                                          <p:val>
                                            <p:strVal val="0"/>
                                          </p:val>
                                        </p:tav>
                                        <p:tav tm="100000">
                                          <p:val>
                                            <p:strVal val="#ppt_w"/>
                                          </p:val>
                                        </p:tav>
                                      </p:tavLst>
                                    </p:anim>
                                    <p:anim calcmode="lin" valueType="num">
                                      <p:cBhvr additive="base">
                                        <p:cTn id="13" dur="500"/>
                                        <p:tgtEl>
                                          <p:spTgt spid="14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8"/>
          <p:cNvSpPr txBox="1"/>
          <p:nvPr/>
        </p:nvSpPr>
        <p:spPr>
          <a:xfrm>
            <a:off x="760412" y="457200"/>
            <a:ext cx="91440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FF0066"/>
                </a:solidFill>
                <a:latin typeface="Book Antiqua"/>
                <a:ea typeface="Book Antiqua"/>
                <a:cs typeface="Book Antiqua"/>
                <a:sym typeface="Book Antiqua"/>
              </a:rPr>
              <a:t>  </a:t>
            </a:r>
            <a:r>
              <a:rPr lang="en-US" sz="4000" b="1">
                <a:solidFill>
                  <a:srgbClr val="FF0066"/>
                </a:solidFill>
                <a:latin typeface="Book Antiqua"/>
                <a:ea typeface="Book Antiqua"/>
                <a:cs typeface="Book Antiqua"/>
                <a:sym typeface="Book Antiqua"/>
              </a:rPr>
              <a:t>BLOCK DIAGRAM</a:t>
            </a:r>
            <a:endParaRPr sz="4000">
              <a:solidFill>
                <a:srgbClr val="FF0066"/>
              </a:solidFill>
              <a:latin typeface="Book Antiqua"/>
              <a:ea typeface="Book Antiqua"/>
              <a:cs typeface="Book Antiqua"/>
              <a:sym typeface="Book Antiqua"/>
            </a:endParaRPr>
          </a:p>
        </p:txBody>
      </p:sp>
      <p:grpSp>
        <p:nvGrpSpPr>
          <p:cNvPr id="151" name="Google Shape;151;p8"/>
          <p:cNvGrpSpPr/>
          <p:nvPr/>
        </p:nvGrpSpPr>
        <p:grpSpPr>
          <a:xfrm>
            <a:off x="1751012" y="1801091"/>
            <a:ext cx="7556067" cy="3525982"/>
            <a:chOff x="1751012" y="1801091"/>
            <a:chExt cx="7556067" cy="3525982"/>
          </a:xfrm>
        </p:grpSpPr>
        <p:sp>
          <p:nvSpPr>
            <p:cNvPr id="152" name="Google Shape;152;p8"/>
            <p:cNvSpPr/>
            <p:nvPr/>
          </p:nvSpPr>
          <p:spPr>
            <a:xfrm>
              <a:off x="1751012" y="3352800"/>
              <a:ext cx="1143000" cy="838200"/>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Book Antiqua"/>
                  <a:ea typeface="Book Antiqua"/>
                  <a:cs typeface="Book Antiqua"/>
                  <a:sym typeface="Book Antiqua"/>
                </a:rPr>
                <a:t>PC</a:t>
              </a:r>
              <a:endParaRPr sz="1800">
                <a:solidFill>
                  <a:schemeClr val="dk1"/>
                </a:solidFill>
                <a:latin typeface="Book Antiqua"/>
                <a:ea typeface="Book Antiqua"/>
                <a:cs typeface="Book Antiqua"/>
                <a:sym typeface="Book Antiqua"/>
              </a:endParaRPr>
            </a:p>
          </p:txBody>
        </p:sp>
        <p:sp>
          <p:nvSpPr>
            <p:cNvPr id="153" name="Google Shape;153;p8"/>
            <p:cNvSpPr/>
            <p:nvPr/>
          </p:nvSpPr>
          <p:spPr>
            <a:xfrm>
              <a:off x="3579812" y="3041073"/>
              <a:ext cx="2667000" cy="1676400"/>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Book Antiqua"/>
                  <a:ea typeface="Book Antiqua"/>
                  <a:cs typeface="Book Antiqua"/>
                  <a:sym typeface="Book Antiqua"/>
                </a:rPr>
                <a:t>ARDUINO</a:t>
              </a:r>
              <a:endParaRPr sz="1800">
                <a:solidFill>
                  <a:schemeClr val="dk1"/>
                </a:solidFill>
                <a:latin typeface="Book Antiqua"/>
                <a:ea typeface="Book Antiqua"/>
                <a:cs typeface="Book Antiqua"/>
                <a:sym typeface="Book Antiqua"/>
              </a:endParaRPr>
            </a:p>
          </p:txBody>
        </p:sp>
        <p:sp>
          <p:nvSpPr>
            <p:cNvPr id="154" name="Google Shape;154;p8"/>
            <p:cNvSpPr/>
            <p:nvPr/>
          </p:nvSpPr>
          <p:spPr>
            <a:xfrm>
              <a:off x="7237412" y="1801091"/>
              <a:ext cx="2057400" cy="1219200"/>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Book Antiqua"/>
                  <a:ea typeface="Book Antiqua"/>
                  <a:cs typeface="Book Antiqua"/>
                  <a:sym typeface="Book Antiqua"/>
                </a:rPr>
                <a:t>SERVO MOTOR</a:t>
              </a:r>
              <a:endParaRPr sz="1800">
                <a:solidFill>
                  <a:schemeClr val="dk1"/>
                </a:solidFill>
                <a:latin typeface="Book Antiqua"/>
                <a:ea typeface="Book Antiqua"/>
                <a:cs typeface="Book Antiqua"/>
                <a:sym typeface="Book Antiqua"/>
              </a:endParaRPr>
            </a:p>
          </p:txBody>
        </p:sp>
        <p:sp>
          <p:nvSpPr>
            <p:cNvPr id="155" name="Google Shape;155;p8"/>
            <p:cNvSpPr/>
            <p:nvPr/>
          </p:nvSpPr>
          <p:spPr>
            <a:xfrm>
              <a:off x="7325879" y="4107873"/>
              <a:ext cx="1981200" cy="1219200"/>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Book Antiqua"/>
                  <a:ea typeface="Book Antiqua"/>
                  <a:cs typeface="Book Antiqua"/>
                  <a:sym typeface="Book Antiqua"/>
                </a:rPr>
                <a:t>AlTRASONIC</a:t>
              </a:r>
              <a:endParaRPr sz="1800">
                <a:solidFill>
                  <a:schemeClr val="dk1"/>
                </a:solidFill>
                <a:latin typeface="Book Antiqua"/>
                <a:ea typeface="Book Antiqua"/>
                <a:cs typeface="Book Antiqua"/>
                <a:sym typeface="Book Antiqua"/>
              </a:endParaRPr>
            </a:p>
            <a:p>
              <a:pPr marL="0" marR="0" lvl="0" indent="0" algn="ctr" rtl="0">
                <a:spcBef>
                  <a:spcPts val="0"/>
                </a:spcBef>
                <a:spcAft>
                  <a:spcPts val="0"/>
                </a:spcAft>
                <a:buNone/>
              </a:pPr>
              <a:r>
                <a:rPr lang="en-US" sz="1800">
                  <a:solidFill>
                    <a:schemeClr val="dk1"/>
                  </a:solidFill>
                  <a:latin typeface="Book Antiqua"/>
                  <a:ea typeface="Book Antiqua"/>
                  <a:cs typeface="Book Antiqua"/>
                  <a:sym typeface="Book Antiqua"/>
                </a:rPr>
                <a:t>SENSOR</a:t>
              </a:r>
              <a:endParaRPr sz="1800">
                <a:solidFill>
                  <a:schemeClr val="dk1"/>
                </a:solidFill>
                <a:latin typeface="Book Antiqua"/>
                <a:ea typeface="Book Antiqua"/>
                <a:cs typeface="Book Antiqua"/>
                <a:sym typeface="Book Antiqua"/>
              </a:endParaRPr>
            </a:p>
          </p:txBody>
        </p:sp>
        <p:cxnSp>
          <p:nvCxnSpPr>
            <p:cNvPr id="156" name="Google Shape;156;p8"/>
            <p:cNvCxnSpPr>
              <a:endCxn id="152" idx="3"/>
            </p:cNvCxnSpPr>
            <p:nvPr/>
          </p:nvCxnSpPr>
          <p:spPr>
            <a:xfrm rot="10800000">
              <a:off x="2894012" y="3771900"/>
              <a:ext cx="685800" cy="0"/>
            </a:xfrm>
            <a:prstGeom prst="straightConnector1">
              <a:avLst/>
            </a:prstGeom>
            <a:solidFill>
              <a:schemeClr val="lt1"/>
            </a:solidFill>
            <a:ln w="25400" cap="flat" cmpd="sng">
              <a:solidFill>
                <a:schemeClr val="accent3"/>
              </a:solidFill>
              <a:prstDash val="solid"/>
              <a:round/>
              <a:headEnd type="none" w="sm" len="sm"/>
              <a:tailEnd type="stealth" w="med" len="med"/>
            </a:ln>
          </p:spPr>
        </p:cxnSp>
        <p:cxnSp>
          <p:nvCxnSpPr>
            <p:cNvPr id="157" name="Google Shape;157;p8"/>
            <p:cNvCxnSpPr>
              <a:endCxn id="153" idx="3"/>
            </p:cNvCxnSpPr>
            <p:nvPr/>
          </p:nvCxnSpPr>
          <p:spPr>
            <a:xfrm flipH="1">
              <a:off x="6246812" y="3581373"/>
              <a:ext cx="609600" cy="297900"/>
            </a:xfrm>
            <a:prstGeom prst="bentConnector3">
              <a:avLst>
                <a:gd name="adj1" fmla="val 50000"/>
              </a:avLst>
            </a:prstGeom>
            <a:solidFill>
              <a:schemeClr val="lt1"/>
            </a:solidFill>
            <a:ln w="25400" cap="flat" cmpd="sng">
              <a:solidFill>
                <a:schemeClr val="accent3"/>
              </a:solidFill>
              <a:prstDash val="solid"/>
              <a:round/>
              <a:headEnd type="none" w="sm" len="sm"/>
              <a:tailEnd type="stealth" w="med" len="med"/>
            </a:ln>
          </p:spPr>
        </p:cxnSp>
        <p:cxnSp>
          <p:nvCxnSpPr>
            <p:cNvPr id="158" name="Google Shape;158;p8"/>
            <p:cNvCxnSpPr/>
            <p:nvPr/>
          </p:nvCxnSpPr>
          <p:spPr>
            <a:xfrm>
              <a:off x="6856412" y="2410691"/>
              <a:ext cx="0" cy="2306782"/>
            </a:xfrm>
            <a:prstGeom prst="straightConnector1">
              <a:avLst/>
            </a:prstGeom>
            <a:solidFill>
              <a:schemeClr val="lt1"/>
            </a:solidFill>
            <a:ln w="25400" cap="flat" cmpd="sng">
              <a:solidFill>
                <a:schemeClr val="accent3"/>
              </a:solidFill>
              <a:prstDash val="solid"/>
              <a:round/>
              <a:headEnd type="none" w="sm" len="sm"/>
              <a:tailEnd type="none" w="sm" len="sm"/>
            </a:ln>
          </p:spPr>
        </p:cxnSp>
        <p:cxnSp>
          <p:nvCxnSpPr>
            <p:cNvPr id="159" name="Google Shape;159;p8"/>
            <p:cNvCxnSpPr>
              <a:endCxn id="154" idx="1"/>
            </p:cNvCxnSpPr>
            <p:nvPr/>
          </p:nvCxnSpPr>
          <p:spPr>
            <a:xfrm>
              <a:off x="6856412" y="2410691"/>
              <a:ext cx="381000" cy="0"/>
            </a:xfrm>
            <a:prstGeom prst="straightConnector1">
              <a:avLst/>
            </a:prstGeom>
            <a:solidFill>
              <a:schemeClr val="lt1"/>
            </a:solidFill>
            <a:ln w="25400" cap="flat" cmpd="sng">
              <a:solidFill>
                <a:schemeClr val="accent3"/>
              </a:solidFill>
              <a:prstDash val="solid"/>
              <a:round/>
              <a:headEnd type="none" w="sm" len="sm"/>
              <a:tailEnd type="stealth" w="med" len="med"/>
            </a:ln>
          </p:spPr>
        </p:cxnSp>
        <p:cxnSp>
          <p:nvCxnSpPr>
            <p:cNvPr id="160" name="Google Shape;160;p8"/>
            <p:cNvCxnSpPr>
              <a:endCxn id="155" idx="1"/>
            </p:cNvCxnSpPr>
            <p:nvPr/>
          </p:nvCxnSpPr>
          <p:spPr>
            <a:xfrm>
              <a:off x="6856379" y="4717473"/>
              <a:ext cx="469500" cy="0"/>
            </a:xfrm>
            <a:prstGeom prst="straightConnector1">
              <a:avLst/>
            </a:prstGeom>
            <a:solidFill>
              <a:schemeClr val="lt1"/>
            </a:solidFill>
            <a:ln w="25400" cap="flat" cmpd="sng">
              <a:solidFill>
                <a:schemeClr val="accent3"/>
              </a:solidFill>
              <a:prstDash val="solid"/>
              <a:round/>
              <a:headEnd type="none" w="sm" len="sm"/>
              <a:tailEnd type="stealth" w="med" len="med"/>
            </a:ln>
          </p:spPr>
        </p:cxnSp>
      </p:grpSp>
      <p:sp>
        <p:nvSpPr>
          <p:cNvPr id="161" name="Google Shape;161;p8"/>
          <p:cNvSpPr txBox="1"/>
          <p:nvPr/>
        </p:nvSpPr>
        <p:spPr>
          <a:xfrm>
            <a:off x="4075112" y="5791200"/>
            <a:ext cx="4000500" cy="38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Book Antiqua"/>
                <a:ea typeface="Book Antiqua"/>
                <a:cs typeface="Book Antiqua"/>
                <a:sym typeface="Book Antiqua"/>
              </a:rPr>
              <a:t>  Fig: Block Diagram</a:t>
            </a:r>
            <a:endParaRPr sz="1800">
              <a:solidFill>
                <a:schemeClr val="lt1"/>
              </a:solidFill>
              <a:latin typeface="Book Antiqua"/>
              <a:ea typeface="Book Antiqua"/>
              <a:cs typeface="Book Antiqua"/>
              <a:sym typeface="Book Antiqu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par>
                                <p:cTn id="8" presetID="10" presetClass="entr" presetSubtype="0" fill="hold" nodeType="withEffect">
                                  <p:stCondLst>
                                    <p:cond delay="0"/>
                                  </p:stCondLst>
                                  <p:childTnLst>
                                    <p:set>
                                      <p:cBhvr>
                                        <p:cTn id="9" dur="1" fill="hold">
                                          <p:stCondLst>
                                            <p:cond delay="0"/>
                                          </p:stCondLst>
                                        </p:cTn>
                                        <p:tgtEl>
                                          <p:spTgt spid="161"/>
                                        </p:tgtEl>
                                        <p:attrNameLst>
                                          <p:attrName>style.visibility</p:attrName>
                                        </p:attrNameLst>
                                      </p:cBhvr>
                                      <p:to>
                                        <p:strVal val="visible"/>
                                      </p:to>
                                    </p:set>
                                    <p:animEffect transition="in" filter="fade">
                                      <p:cBhvr>
                                        <p:cTn id="10" dur="5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9"/>
          <p:cNvSpPr txBox="1"/>
          <p:nvPr/>
        </p:nvSpPr>
        <p:spPr>
          <a:xfrm>
            <a:off x="1446212" y="304800"/>
            <a:ext cx="91440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FF0066"/>
                </a:solidFill>
                <a:latin typeface="Book Antiqua"/>
                <a:ea typeface="Book Antiqua"/>
                <a:cs typeface="Book Antiqua"/>
                <a:sym typeface="Book Antiqua"/>
              </a:rPr>
              <a:t>CIRCUIT  DIAGRAM</a:t>
            </a:r>
            <a:endParaRPr sz="4000">
              <a:solidFill>
                <a:srgbClr val="FF0066"/>
              </a:solidFill>
              <a:latin typeface="Book Antiqua"/>
              <a:ea typeface="Book Antiqua"/>
              <a:cs typeface="Book Antiqua"/>
              <a:sym typeface="Book Antiqua"/>
            </a:endParaRPr>
          </a:p>
        </p:txBody>
      </p:sp>
      <p:grpSp>
        <p:nvGrpSpPr>
          <p:cNvPr id="167" name="Google Shape;167;p9"/>
          <p:cNvGrpSpPr/>
          <p:nvPr/>
        </p:nvGrpSpPr>
        <p:grpSpPr>
          <a:xfrm>
            <a:off x="1654333" y="1219200"/>
            <a:ext cx="8727757" cy="5398532"/>
            <a:chOff x="1654333" y="1219200"/>
            <a:chExt cx="8727757" cy="5398532"/>
          </a:xfrm>
        </p:grpSpPr>
        <p:pic>
          <p:nvPicPr>
            <p:cNvPr id="168" name="Google Shape;168;p9"/>
            <p:cNvPicPr preferRelativeResize="0"/>
            <p:nvPr/>
          </p:nvPicPr>
          <p:blipFill rotWithShape="1">
            <a:blip r:embed="rId3">
              <a:alphaModFix/>
            </a:blip>
            <a:srcRect/>
            <a:stretch/>
          </p:blipFill>
          <p:spPr>
            <a:xfrm>
              <a:off x="1654333" y="1219200"/>
              <a:ext cx="8727757" cy="4752109"/>
            </a:xfrm>
            <a:prstGeom prst="rect">
              <a:avLst/>
            </a:prstGeom>
            <a:noFill/>
            <a:ln>
              <a:noFill/>
            </a:ln>
          </p:spPr>
        </p:pic>
        <p:sp>
          <p:nvSpPr>
            <p:cNvPr id="169" name="Google Shape;169;p9"/>
            <p:cNvSpPr txBox="1"/>
            <p:nvPr/>
          </p:nvSpPr>
          <p:spPr>
            <a:xfrm>
              <a:off x="2741612" y="6248400"/>
              <a:ext cx="59436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lt1"/>
                  </a:solidFill>
                  <a:latin typeface="Book Antiqua"/>
                  <a:ea typeface="Book Antiqua"/>
                  <a:cs typeface="Book Antiqua"/>
                  <a:sym typeface="Book Antiqua"/>
                </a:rPr>
                <a:t>Fig: Circuit Diagram</a:t>
              </a:r>
              <a:endParaRPr sz="1800">
                <a:solidFill>
                  <a:schemeClr val="lt1"/>
                </a:solidFill>
                <a:latin typeface="Book Antiqua"/>
                <a:ea typeface="Book Antiqua"/>
                <a:cs typeface="Book Antiqua"/>
                <a:sym typeface="Book Antiqua"/>
              </a:endParaRPr>
            </a:p>
          </p:txBody>
        </p: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7"/>
                                        </p:tgtEl>
                                        <p:attrNameLst>
                                          <p:attrName>style.visibility</p:attrName>
                                        </p:attrNameLst>
                                      </p:cBhvr>
                                      <p:to>
                                        <p:strVal val="visible"/>
                                      </p:to>
                                    </p:set>
                                    <p:animEffect transition="in" filter="fade">
                                      <p:cBhvr>
                                        <p:cTn id="7" dur="1000"/>
                                        <p:tgtEl>
                                          <p:spTgt spid="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0"/>
          <p:cNvSpPr txBox="1"/>
          <p:nvPr/>
        </p:nvSpPr>
        <p:spPr>
          <a:xfrm>
            <a:off x="531812" y="228600"/>
            <a:ext cx="101346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FF0066"/>
                </a:solidFill>
                <a:latin typeface="Book Antiqua"/>
                <a:ea typeface="Book Antiqua"/>
                <a:cs typeface="Book Antiqua"/>
                <a:sym typeface="Book Antiqua"/>
              </a:rPr>
              <a:t>WORKING  PRINCIPLE</a:t>
            </a:r>
            <a:endParaRPr sz="4000">
              <a:solidFill>
                <a:srgbClr val="FF0066"/>
              </a:solidFill>
              <a:latin typeface="Book Antiqua"/>
              <a:ea typeface="Book Antiqua"/>
              <a:cs typeface="Book Antiqua"/>
              <a:sym typeface="Book Antiqua"/>
            </a:endParaRPr>
          </a:p>
        </p:txBody>
      </p:sp>
      <p:pic>
        <p:nvPicPr>
          <p:cNvPr id="175" name="Google Shape;175;p10" descr="C:\Users\SHADIN\Desktop\basic_principal.jpg"/>
          <p:cNvPicPr preferRelativeResize="0"/>
          <p:nvPr/>
        </p:nvPicPr>
        <p:blipFill rotWithShape="1">
          <a:blip r:embed="rId3">
            <a:alphaModFix/>
          </a:blip>
          <a:srcRect/>
          <a:stretch/>
        </p:blipFill>
        <p:spPr>
          <a:xfrm>
            <a:off x="1" y="918625"/>
            <a:ext cx="12188824" cy="59393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5"/>
                                        </p:tgtEl>
                                        <p:attrNameLst>
                                          <p:attrName>style.visibility</p:attrName>
                                        </p:attrNameLst>
                                      </p:cBhvr>
                                      <p:to>
                                        <p:strVal val="visible"/>
                                      </p:to>
                                    </p:set>
                                    <p:animEffect transition="in" filter="fade">
                                      <p:cBhvr>
                                        <p:cTn id="7" dur="5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1"/>
          <p:cNvSpPr txBox="1"/>
          <p:nvPr/>
        </p:nvSpPr>
        <p:spPr>
          <a:xfrm>
            <a:off x="150812" y="662226"/>
            <a:ext cx="11811000" cy="86177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a:solidFill>
                  <a:srgbClr val="FF0066"/>
                </a:solidFill>
                <a:latin typeface="Times New Roman"/>
                <a:ea typeface="Times New Roman"/>
                <a:cs typeface="Times New Roman"/>
                <a:sym typeface="Times New Roman"/>
              </a:rPr>
              <a:t>GRAPHICAL REPRESENTATION OF DETECTING OBJECTS</a:t>
            </a:r>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pic>
        <p:nvPicPr>
          <p:cNvPr id="181" name="Google Shape;181;p11"/>
          <p:cNvPicPr preferRelativeResize="0"/>
          <p:nvPr/>
        </p:nvPicPr>
        <p:blipFill rotWithShape="1">
          <a:blip r:embed="rId3">
            <a:alphaModFix/>
          </a:blip>
          <a:srcRect t="3669"/>
          <a:stretch/>
        </p:blipFill>
        <p:spPr>
          <a:xfrm>
            <a:off x="1674812" y="1752600"/>
            <a:ext cx="7984353" cy="447123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animEffect transition="in" filter="fade">
                                      <p:cBhvr>
                                        <p:cTn id="7" dur="1000"/>
                                        <p:tgtEl>
                                          <p:spTgt spid="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2"/>
          <p:cNvSpPr txBox="1"/>
          <p:nvPr/>
        </p:nvSpPr>
        <p:spPr>
          <a:xfrm>
            <a:off x="3503612" y="304800"/>
            <a:ext cx="50292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FF0066"/>
                </a:solidFill>
                <a:latin typeface="Book Antiqua"/>
                <a:ea typeface="Book Antiqua"/>
                <a:cs typeface="Book Antiqua"/>
                <a:sym typeface="Book Antiqua"/>
              </a:rPr>
              <a:t>FINAL PROJECT</a:t>
            </a:r>
            <a:endParaRPr sz="3600" b="1">
              <a:solidFill>
                <a:srgbClr val="FF0066"/>
              </a:solidFill>
              <a:latin typeface="Book Antiqua"/>
              <a:ea typeface="Book Antiqua"/>
              <a:cs typeface="Book Antiqua"/>
              <a:sym typeface="Book Antiqua"/>
            </a:endParaRPr>
          </a:p>
        </p:txBody>
      </p:sp>
      <p:pic>
        <p:nvPicPr>
          <p:cNvPr id="187" name="Google Shape;187;p12" descr="C:\Users\SHADIN\Desktop\1686419978830.jpg"/>
          <p:cNvPicPr preferRelativeResize="0"/>
          <p:nvPr/>
        </p:nvPicPr>
        <p:blipFill rotWithShape="1">
          <a:blip r:embed="rId3">
            <a:alphaModFix/>
          </a:blip>
          <a:srcRect/>
          <a:stretch/>
        </p:blipFill>
        <p:spPr>
          <a:xfrm>
            <a:off x="1751012" y="1447800"/>
            <a:ext cx="8011809" cy="433408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87"/>
                                        </p:tgtEl>
                                        <p:attrNameLst>
                                          <p:attrName>style.visibility</p:attrName>
                                        </p:attrNameLst>
                                      </p:cBhvr>
                                      <p:to>
                                        <p:strVal val="visible"/>
                                      </p:to>
                                    </p:set>
                                    <p:anim calcmode="lin" valueType="num">
                                      <p:cBhvr additive="base">
                                        <p:cTn id="7" dur="500"/>
                                        <p:tgtEl>
                                          <p:spTgt spid="187"/>
                                        </p:tgtEl>
                                        <p:attrNameLst>
                                          <p:attrName>ppt_w</p:attrName>
                                        </p:attrNameLst>
                                      </p:cBhvr>
                                      <p:tavLst>
                                        <p:tav tm="0">
                                          <p:val>
                                            <p:strVal val="0"/>
                                          </p:val>
                                        </p:tav>
                                        <p:tav tm="100000">
                                          <p:val>
                                            <p:strVal val="#ppt_w"/>
                                          </p:val>
                                        </p:tav>
                                      </p:tavLst>
                                    </p:anim>
                                    <p:anim calcmode="lin" valueType="num">
                                      <p:cBhvr additive="base">
                                        <p:cTn id="8" dur="500"/>
                                        <p:tgtEl>
                                          <p:spTgt spid="18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3"/>
          <p:cNvSpPr txBox="1"/>
          <p:nvPr/>
        </p:nvSpPr>
        <p:spPr>
          <a:xfrm>
            <a:off x="379412" y="381000"/>
            <a:ext cx="111252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FF0066"/>
                </a:solidFill>
                <a:latin typeface="Book Antiqua"/>
                <a:ea typeface="Book Antiqua"/>
                <a:cs typeface="Book Antiqua"/>
                <a:sym typeface="Book Antiqua"/>
              </a:rPr>
              <a:t>FUTURE  WORK</a:t>
            </a:r>
            <a:endParaRPr sz="4000">
              <a:solidFill>
                <a:srgbClr val="FF0066"/>
              </a:solidFill>
              <a:latin typeface="Book Antiqua"/>
              <a:ea typeface="Book Antiqua"/>
              <a:cs typeface="Book Antiqua"/>
              <a:sym typeface="Book Antiqua"/>
            </a:endParaRPr>
          </a:p>
        </p:txBody>
      </p:sp>
      <p:sp>
        <p:nvSpPr>
          <p:cNvPr id="193" name="Google Shape;193;p13"/>
          <p:cNvSpPr txBox="1"/>
          <p:nvPr/>
        </p:nvSpPr>
        <p:spPr>
          <a:xfrm>
            <a:off x="0" y="1219200"/>
            <a:ext cx="12038012" cy="147732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Noto Sans Symbols"/>
              <a:buChar char="❑"/>
            </a:pPr>
            <a:r>
              <a:rPr lang="en-US" sz="1800">
                <a:solidFill>
                  <a:schemeClr val="lt1"/>
                </a:solidFill>
                <a:latin typeface="Book Antiqua"/>
                <a:ea typeface="Book Antiqua"/>
                <a:cs typeface="Book Antiqua"/>
                <a:sym typeface="Book Antiqua"/>
              </a:rPr>
              <a:t>Instead of providing a different voltage source for operating ultrasonic sensor and servo motor, we have used supply from the micro-controller. By this way we reduced the cost of voltage supplies.</a:t>
            </a:r>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a:p>
            <a:pPr marL="285750" marR="0" lvl="0" indent="-285750" algn="l" rtl="0">
              <a:spcBef>
                <a:spcPts val="0"/>
              </a:spcBef>
              <a:spcAft>
                <a:spcPts val="0"/>
              </a:spcAft>
              <a:buClr>
                <a:schemeClr val="lt1"/>
              </a:buClr>
              <a:buSzPts val="1800"/>
              <a:buFont typeface="Noto Sans Symbols"/>
              <a:buChar char="❑"/>
            </a:pPr>
            <a:r>
              <a:rPr lang="en-US" sz="1800">
                <a:solidFill>
                  <a:schemeClr val="lt1"/>
                </a:solidFill>
                <a:latin typeface="Book Antiqua"/>
                <a:ea typeface="Book Antiqua"/>
                <a:cs typeface="Book Antiqua"/>
                <a:sym typeface="Book Antiqua"/>
              </a:rPr>
              <a:t>Earlier the output screen was like this:</a:t>
            </a:r>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pic>
        <p:nvPicPr>
          <p:cNvPr id="194" name="Google Shape;194;p13"/>
          <p:cNvPicPr preferRelativeResize="0"/>
          <p:nvPr/>
        </p:nvPicPr>
        <p:blipFill rotWithShape="1">
          <a:blip r:embed="rId3">
            <a:alphaModFix/>
          </a:blip>
          <a:srcRect/>
          <a:stretch/>
        </p:blipFill>
        <p:spPr>
          <a:xfrm>
            <a:off x="4341812" y="2171700"/>
            <a:ext cx="4352544" cy="1600200"/>
          </a:xfrm>
          <a:prstGeom prst="rect">
            <a:avLst/>
          </a:prstGeom>
          <a:noFill/>
          <a:ln>
            <a:noFill/>
          </a:ln>
        </p:spPr>
      </p:pic>
      <p:sp>
        <p:nvSpPr>
          <p:cNvPr id="195" name="Google Shape;195;p13"/>
          <p:cNvSpPr txBox="1"/>
          <p:nvPr/>
        </p:nvSpPr>
        <p:spPr>
          <a:xfrm>
            <a:off x="0" y="3810000"/>
            <a:ext cx="12188825" cy="286232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Noto Sans Symbols"/>
              <a:buChar char="❑"/>
            </a:pPr>
            <a:r>
              <a:rPr lang="en-US" sz="1800">
                <a:solidFill>
                  <a:schemeClr val="lt1"/>
                </a:solidFill>
                <a:latin typeface="Book Antiqua"/>
                <a:ea typeface="Book Antiqua"/>
                <a:cs typeface="Book Antiqua"/>
                <a:sym typeface="Book Antiqua"/>
              </a:rPr>
              <a:t>After making some changes in the coding the output screen looks like this:</a:t>
            </a:r>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a:p>
            <a:pPr marL="0" marR="0" lvl="0" indent="0" algn="l" rtl="0">
              <a:spcBef>
                <a:spcPts val="0"/>
              </a:spcBef>
              <a:spcAft>
                <a:spcPts val="0"/>
              </a:spcAft>
              <a:buNone/>
            </a:pPr>
            <a:r>
              <a:rPr lang="en-US" sz="1800">
                <a:solidFill>
                  <a:schemeClr val="lt1"/>
                </a:solidFill>
                <a:latin typeface="Book Antiqua"/>
                <a:ea typeface="Book Antiqua"/>
                <a:cs typeface="Book Antiqua"/>
                <a:sym typeface="Book Antiqua"/>
              </a:rPr>
              <a:t>Now, it will show us the accurate distance as well as angle of the object which is much more accurate as compared to the previous output. This output screen is based on the polar coordinates system.</a:t>
            </a:r>
            <a:endParaRPr sz="1800">
              <a:solidFill>
                <a:schemeClr val="lt1"/>
              </a:solidFill>
              <a:latin typeface="Book Antiqua"/>
              <a:ea typeface="Book Antiqua"/>
              <a:cs typeface="Book Antiqua"/>
              <a:sym typeface="Book Antiqua"/>
            </a:endParaRPr>
          </a:p>
        </p:txBody>
      </p:sp>
      <p:pic>
        <p:nvPicPr>
          <p:cNvPr id="196" name="Google Shape;196;p13"/>
          <p:cNvPicPr preferRelativeResize="0"/>
          <p:nvPr/>
        </p:nvPicPr>
        <p:blipFill rotWithShape="1">
          <a:blip r:embed="rId4">
            <a:alphaModFix/>
          </a:blip>
          <a:srcRect l="18816" t="16689" r="19046" b="8705"/>
          <a:stretch/>
        </p:blipFill>
        <p:spPr>
          <a:xfrm>
            <a:off x="2622260" y="4128655"/>
            <a:ext cx="7027558" cy="1905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fade">
                                      <p:cBhvr>
                                        <p:cTn id="7" dur="1000"/>
                                        <p:tgtEl>
                                          <p:spTgt spid="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6"/>
                                        </p:tgtEl>
                                        <p:attrNameLst>
                                          <p:attrName>style.visibility</p:attrName>
                                        </p:attrNameLst>
                                      </p:cBhvr>
                                      <p:to>
                                        <p:strVal val="visible"/>
                                      </p:to>
                                    </p:set>
                                    <p:animEffect transition="in" filter="fade">
                                      <p:cBhvr>
                                        <p:cTn id="12" dur="500"/>
                                        <p:tgtEl>
                                          <p:spTgt spid="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4"/>
          <p:cNvSpPr txBox="1"/>
          <p:nvPr/>
        </p:nvSpPr>
        <p:spPr>
          <a:xfrm>
            <a:off x="608012" y="457200"/>
            <a:ext cx="110490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FF0066"/>
                </a:solidFill>
                <a:latin typeface="Book Antiqua"/>
                <a:ea typeface="Book Antiqua"/>
                <a:cs typeface="Book Antiqua"/>
                <a:sym typeface="Book Antiqua"/>
              </a:rPr>
              <a:t>APPLICATIONS</a:t>
            </a:r>
            <a:endParaRPr sz="4000">
              <a:solidFill>
                <a:srgbClr val="FF0066"/>
              </a:solidFill>
              <a:latin typeface="Book Antiqua"/>
              <a:ea typeface="Book Antiqua"/>
              <a:cs typeface="Book Antiqua"/>
              <a:sym typeface="Book Antiqua"/>
            </a:endParaRPr>
          </a:p>
        </p:txBody>
      </p:sp>
      <p:sp>
        <p:nvSpPr>
          <p:cNvPr id="202" name="Google Shape;202;p14"/>
          <p:cNvSpPr txBox="1"/>
          <p:nvPr/>
        </p:nvSpPr>
        <p:spPr>
          <a:xfrm>
            <a:off x="150812" y="1859101"/>
            <a:ext cx="12038012" cy="3170099"/>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lt1"/>
              </a:buClr>
              <a:buSzPts val="2000"/>
              <a:buFont typeface="Noto Sans Symbols"/>
              <a:buChar char="❑"/>
            </a:pPr>
            <a:r>
              <a:rPr lang="en-US" sz="2000">
                <a:solidFill>
                  <a:schemeClr val="lt1"/>
                </a:solidFill>
                <a:latin typeface="Book Antiqua"/>
                <a:ea typeface="Book Antiqua"/>
                <a:cs typeface="Book Antiqua"/>
                <a:sym typeface="Book Antiqua"/>
              </a:rPr>
              <a:t>Radar is an electromagnetic system for the detection and location of target objects such as aircraft, ships, spacecraft, vehicles, people, and the natural environment which can reflect a signal back.  </a:t>
            </a:r>
            <a:endParaRPr/>
          </a:p>
          <a:p>
            <a:pPr marL="0" marR="0" lvl="0" indent="0" algn="just" rtl="0">
              <a:spcBef>
                <a:spcPts val="0"/>
              </a:spcBef>
              <a:spcAft>
                <a:spcPts val="0"/>
              </a:spcAft>
              <a:buNone/>
            </a:pPr>
            <a:endParaRPr sz="2000">
              <a:solidFill>
                <a:schemeClr val="lt1"/>
              </a:solidFill>
              <a:latin typeface="Book Antiqua"/>
              <a:ea typeface="Book Antiqua"/>
              <a:cs typeface="Book Antiqua"/>
              <a:sym typeface="Book Antiqua"/>
            </a:endParaRPr>
          </a:p>
          <a:p>
            <a:pPr marL="0" marR="0" lvl="0" indent="0" algn="just" rtl="0">
              <a:spcBef>
                <a:spcPts val="0"/>
              </a:spcBef>
              <a:spcAft>
                <a:spcPts val="0"/>
              </a:spcAft>
              <a:buNone/>
            </a:pPr>
            <a:endParaRPr sz="2000">
              <a:solidFill>
                <a:schemeClr val="lt1"/>
              </a:solidFill>
              <a:latin typeface="Book Antiqua"/>
              <a:ea typeface="Book Antiqua"/>
              <a:cs typeface="Book Antiqua"/>
              <a:sym typeface="Book Antiqua"/>
            </a:endParaRPr>
          </a:p>
          <a:p>
            <a:pPr marL="342900" marR="0" lvl="0" indent="-342900" algn="just" rtl="0">
              <a:spcBef>
                <a:spcPts val="0"/>
              </a:spcBef>
              <a:spcAft>
                <a:spcPts val="0"/>
              </a:spcAft>
              <a:buClr>
                <a:schemeClr val="lt1"/>
              </a:buClr>
              <a:buSzPts val="2000"/>
              <a:buFont typeface="Noto Sans Symbols"/>
              <a:buChar char="❑"/>
            </a:pPr>
            <a:r>
              <a:rPr lang="en-US" sz="2000">
                <a:solidFill>
                  <a:schemeClr val="lt1"/>
                </a:solidFill>
                <a:latin typeface="Book Antiqua"/>
                <a:ea typeface="Book Antiqua"/>
                <a:cs typeface="Book Antiqua"/>
                <a:sym typeface="Book Antiqua"/>
              </a:rPr>
              <a:t>It uses electromagnetic radio waves to determine the angle, range, or velocity of objects.</a:t>
            </a:r>
            <a:endParaRPr/>
          </a:p>
          <a:p>
            <a:pPr marL="0" marR="0" lvl="0" indent="0" algn="just" rtl="0">
              <a:spcBef>
                <a:spcPts val="0"/>
              </a:spcBef>
              <a:spcAft>
                <a:spcPts val="0"/>
              </a:spcAft>
              <a:buNone/>
            </a:pPr>
            <a:endParaRPr sz="2000">
              <a:solidFill>
                <a:schemeClr val="lt1"/>
              </a:solidFill>
              <a:latin typeface="Book Antiqua"/>
              <a:ea typeface="Book Antiqua"/>
              <a:cs typeface="Book Antiqua"/>
              <a:sym typeface="Book Antiqua"/>
            </a:endParaRPr>
          </a:p>
          <a:p>
            <a:pPr marL="0" marR="0" lvl="0" indent="0" algn="just" rtl="0">
              <a:spcBef>
                <a:spcPts val="0"/>
              </a:spcBef>
              <a:spcAft>
                <a:spcPts val="0"/>
              </a:spcAft>
              <a:buNone/>
            </a:pPr>
            <a:endParaRPr sz="2000">
              <a:solidFill>
                <a:schemeClr val="lt1"/>
              </a:solidFill>
              <a:latin typeface="Book Antiqua"/>
              <a:ea typeface="Book Antiqua"/>
              <a:cs typeface="Book Antiqua"/>
              <a:sym typeface="Book Antiqua"/>
            </a:endParaRPr>
          </a:p>
          <a:p>
            <a:pPr marL="342900" marR="0" lvl="0" indent="-342900" algn="just" rtl="0">
              <a:spcBef>
                <a:spcPts val="0"/>
              </a:spcBef>
              <a:spcAft>
                <a:spcPts val="0"/>
              </a:spcAft>
              <a:buClr>
                <a:schemeClr val="lt1"/>
              </a:buClr>
              <a:buSzPts val="2000"/>
              <a:buFont typeface="Noto Sans Symbols"/>
              <a:buChar char="❑"/>
            </a:pPr>
            <a:r>
              <a:rPr lang="en-US" sz="2000">
                <a:solidFill>
                  <a:schemeClr val="lt1"/>
                </a:solidFill>
                <a:latin typeface="Book Antiqua"/>
                <a:ea typeface="Book Antiqua"/>
                <a:cs typeface="Book Antiqua"/>
                <a:sym typeface="Book Antiqua"/>
              </a:rPr>
              <a:t>The modern radar system is more advanced and the uses of radar are highly diverse. Such as Air traffic control, Air-defence system, Radar Astronomy, Antimissile system, Ocean Surveillance system, outer space surveillance and many more.</a:t>
            </a:r>
            <a:endParaRPr sz="2000">
              <a:solidFill>
                <a:schemeClr val="lt1"/>
              </a:solidFill>
              <a:latin typeface="Book Antiqua"/>
              <a:ea typeface="Book Antiqua"/>
              <a:cs typeface="Book Antiqua"/>
              <a:sym typeface="Book Antiqua"/>
            </a:endParaRP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500"/>
                                        <p:tgtEl>
                                          <p:spTgt spid="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5"/>
          <p:cNvSpPr txBox="1"/>
          <p:nvPr/>
        </p:nvSpPr>
        <p:spPr>
          <a:xfrm>
            <a:off x="1827212" y="152400"/>
            <a:ext cx="84582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FF0066"/>
                </a:solidFill>
                <a:latin typeface="Book Antiqua"/>
                <a:ea typeface="Book Antiqua"/>
                <a:cs typeface="Book Antiqua"/>
                <a:sym typeface="Book Antiqua"/>
              </a:rPr>
              <a:t>REFERENCES</a:t>
            </a:r>
            <a:endParaRPr sz="4000">
              <a:solidFill>
                <a:srgbClr val="FF0066"/>
              </a:solidFill>
              <a:latin typeface="Book Antiqua"/>
              <a:ea typeface="Book Antiqua"/>
              <a:cs typeface="Book Antiqua"/>
              <a:sym typeface="Book Antiqua"/>
            </a:endParaRPr>
          </a:p>
        </p:txBody>
      </p:sp>
      <p:sp>
        <p:nvSpPr>
          <p:cNvPr id="208" name="Google Shape;208;p15"/>
          <p:cNvSpPr txBox="1"/>
          <p:nvPr/>
        </p:nvSpPr>
        <p:spPr>
          <a:xfrm>
            <a:off x="303212" y="1600200"/>
            <a:ext cx="12188825" cy="43704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u="sng">
                <a:solidFill>
                  <a:schemeClr val="lt1"/>
                </a:solidFill>
                <a:latin typeface="Book Antiqua"/>
                <a:ea typeface="Book Antiqua"/>
                <a:cs typeface="Book Antiqua"/>
                <a:sym typeface="Book Antiqua"/>
                <a:hlinkClick r:id="rId3">
                  <a:extLst>
                    <a:ext uri="{A12FA001-AC4F-418D-AE19-62706E023703}">
                      <ahyp:hlinkClr xmlns:ahyp="http://schemas.microsoft.com/office/drawing/2018/hyperlinkcolor" val="tx"/>
                    </a:ext>
                  </a:extLst>
                </a:hlinkClick>
              </a:rPr>
              <a:t>[1]	https://www.electronicshub.org/arduino-radar-project/</a:t>
            </a:r>
            <a:endParaRPr sz="2000" b="1">
              <a:solidFill>
                <a:schemeClr val="lt1"/>
              </a:solidFill>
              <a:latin typeface="Book Antiqua"/>
              <a:ea typeface="Book Antiqua"/>
              <a:cs typeface="Book Antiqua"/>
              <a:sym typeface="Book Antiqua"/>
            </a:endParaRPr>
          </a:p>
          <a:p>
            <a:pPr marL="0" marR="0" lvl="0" indent="0" algn="l" rtl="0">
              <a:spcBef>
                <a:spcPts val="0"/>
              </a:spcBef>
              <a:spcAft>
                <a:spcPts val="0"/>
              </a:spcAft>
              <a:buNone/>
            </a:pPr>
            <a:endParaRPr sz="2000" b="1" u="sng">
              <a:solidFill>
                <a:schemeClr val="lt1"/>
              </a:solidFill>
              <a:latin typeface="Book Antiqua"/>
              <a:ea typeface="Book Antiqua"/>
              <a:cs typeface="Book Antiqua"/>
              <a:sym typeface="Book Antiqua"/>
              <a:hlinkClick r:id="rId4">
                <a:extLst>
                  <a:ext uri="{A12FA001-AC4F-418D-AE19-62706E023703}">
                    <ahyp:hlinkClr xmlns:ahyp="http://schemas.microsoft.com/office/drawing/2018/hyperlinkcolor" val="tx"/>
                  </a:ext>
                </a:extLst>
              </a:hlinkClick>
            </a:endParaRPr>
          </a:p>
          <a:p>
            <a:pPr marL="0" marR="0" lvl="0" indent="0" algn="l" rtl="0">
              <a:spcBef>
                <a:spcPts val="0"/>
              </a:spcBef>
              <a:spcAft>
                <a:spcPts val="0"/>
              </a:spcAft>
              <a:buNone/>
            </a:pPr>
            <a:r>
              <a:rPr lang="en-US" sz="2000" b="1" u="sng">
                <a:solidFill>
                  <a:schemeClr val="lt1"/>
                </a:solidFill>
                <a:latin typeface="Book Antiqua"/>
                <a:ea typeface="Book Antiqua"/>
                <a:cs typeface="Book Antiqua"/>
                <a:sym typeface="Book Antiqua"/>
                <a:hlinkClick r:id="rId4">
                  <a:extLst>
                    <a:ext uri="{A12FA001-AC4F-418D-AE19-62706E023703}">
                      <ahyp:hlinkClr xmlns:ahyp="http://schemas.microsoft.com/office/drawing/2018/hyperlinkcolor" val="tx"/>
                    </a:ext>
                  </a:extLst>
                </a:hlinkClick>
              </a:rPr>
              <a:t>[2]	http://www.studentsheart.com/arduino-based-radar-project/</a:t>
            </a:r>
            <a:endParaRPr sz="2000" b="1">
              <a:solidFill>
                <a:schemeClr val="lt1"/>
              </a:solidFill>
              <a:latin typeface="Book Antiqua"/>
              <a:ea typeface="Book Antiqua"/>
              <a:cs typeface="Book Antiqua"/>
              <a:sym typeface="Book Antiqua"/>
            </a:endParaRPr>
          </a:p>
          <a:p>
            <a:pPr marL="0" marR="0" lvl="0" indent="0" algn="l" rtl="0">
              <a:spcBef>
                <a:spcPts val="0"/>
              </a:spcBef>
              <a:spcAft>
                <a:spcPts val="0"/>
              </a:spcAft>
              <a:buNone/>
            </a:pPr>
            <a:endParaRPr sz="2000" b="1" u="sng">
              <a:solidFill>
                <a:schemeClr val="lt1"/>
              </a:solidFill>
              <a:latin typeface="Book Antiqua"/>
              <a:ea typeface="Book Antiqua"/>
              <a:cs typeface="Book Antiqua"/>
              <a:sym typeface="Book Antiqua"/>
              <a:hlinkClick r:id="rId5">
                <a:extLst>
                  <a:ext uri="{A12FA001-AC4F-418D-AE19-62706E023703}">
                    <ahyp:hlinkClr xmlns:ahyp="http://schemas.microsoft.com/office/drawing/2018/hyperlinkcolor" val="tx"/>
                  </a:ext>
                </a:extLst>
              </a:hlinkClick>
            </a:endParaRPr>
          </a:p>
          <a:p>
            <a:pPr marL="0" marR="0" lvl="0" indent="0" algn="l" rtl="0">
              <a:spcBef>
                <a:spcPts val="0"/>
              </a:spcBef>
              <a:spcAft>
                <a:spcPts val="0"/>
              </a:spcAft>
              <a:buNone/>
            </a:pPr>
            <a:r>
              <a:rPr lang="en-US" sz="2000" b="1" u="sng">
                <a:solidFill>
                  <a:schemeClr val="lt1"/>
                </a:solidFill>
                <a:latin typeface="Book Antiqua"/>
                <a:ea typeface="Book Antiqua"/>
                <a:cs typeface="Book Antiqua"/>
                <a:sym typeface="Book Antiqua"/>
                <a:hlinkClick r:id="rId5">
                  <a:extLst>
                    <a:ext uri="{A12FA001-AC4F-418D-AE19-62706E023703}">
                      <ahyp:hlinkClr xmlns:ahyp="http://schemas.microsoft.com/office/drawing/2018/hyperlinkcolor" val="tx"/>
                    </a:ext>
                  </a:extLst>
                </a:hlinkClick>
              </a:rPr>
              <a:t>[3]	https://howtomechatronics.com/projects/arduino-radar-project/</a:t>
            </a:r>
            <a:endParaRPr sz="2000" b="1">
              <a:solidFill>
                <a:schemeClr val="lt1"/>
              </a:solidFill>
              <a:latin typeface="Book Antiqua"/>
              <a:ea typeface="Book Antiqua"/>
              <a:cs typeface="Book Antiqua"/>
              <a:sym typeface="Book Antiqua"/>
            </a:endParaRPr>
          </a:p>
          <a:p>
            <a:pPr marL="0" marR="0" lvl="0" indent="0" algn="l" rtl="0">
              <a:spcBef>
                <a:spcPts val="0"/>
              </a:spcBef>
              <a:spcAft>
                <a:spcPts val="0"/>
              </a:spcAft>
              <a:buNone/>
            </a:pPr>
            <a:endParaRPr sz="2000" b="1" u="sng">
              <a:solidFill>
                <a:schemeClr val="lt1"/>
              </a:solidFill>
              <a:latin typeface="Book Antiqua"/>
              <a:ea typeface="Book Antiqua"/>
              <a:cs typeface="Book Antiqua"/>
              <a:sym typeface="Book Antiqua"/>
              <a:hlinkClick r:id="rId6">
                <a:extLst>
                  <a:ext uri="{A12FA001-AC4F-418D-AE19-62706E023703}">
                    <ahyp:hlinkClr xmlns:ahyp="http://schemas.microsoft.com/office/drawing/2018/hyperlinkcolor" val="tx"/>
                  </a:ext>
                </a:extLst>
              </a:hlinkClick>
            </a:endParaRPr>
          </a:p>
          <a:p>
            <a:pPr marL="0" marR="0" lvl="0" indent="0" algn="l" rtl="0">
              <a:spcBef>
                <a:spcPts val="0"/>
              </a:spcBef>
              <a:spcAft>
                <a:spcPts val="0"/>
              </a:spcAft>
              <a:buNone/>
            </a:pPr>
            <a:r>
              <a:rPr lang="en-US" sz="2000" b="1" u="sng">
                <a:solidFill>
                  <a:schemeClr val="lt1"/>
                </a:solidFill>
                <a:latin typeface="Book Antiqua"/>
                <a:ea typeface="Book Antiqua"/>
                <a:cs typeface="Book Antiqua"/>
                <a:sym typeface="Book Antiqua"/>
                <a:hlinkClick r:id="rId6">
                  <a:extLst>
                    <a:ext uri="{A12FA001-AC4F-418D-AE19-62706E023703}">
                      <ahyp:hlinkClr xmlns:ahyp="http://schemas.microsoft.com/office/drawing/2018/hyperlinkcolor" val="tx"/>
                    </a:ext>
                  </a:extLst>
                </a:hlinkClick>
              </a:rPr>
              <a:t>[4]	https://www.3ciencias.com/wp-content/uploads/2019/01/Art_1</a:t>
            </a:r>
            <a:endParaRPr/>
          </a:p>
          <a:p>
            <a:pPr marL="0" marR="0" lvl="0" indent="0" algn="l" rtl="0">
              <a:spcBef>
                <a:spcPts val="0"/>
              </a:spcBef>
              <a:spcAft>
                <a:spcPts val="0"/>
              </a:spcAft>
              <a:buNone/>
            </a:pPr>
            <a:endParaRPr sz="2000" b="1">
              <a:solidFill>
                <a:schemeClr val="lt1"/>
              </a:solidFill>
              <a:latin typeface="Book Antiqua"/>
              <a:ea typeface="Book Antiqua"/>
              <a:cs typeface="Book Antiqua"/>
              <a:sym typeface="Book Antiqua"/>
            </a:endParaRPr>
          </a:p>
          <a:p>
            <a:pPr marL="0" marR="0" lvl="0" indent="0" algn="l" rtl="0">
              <a:spcBef>
                <a:spcPts val="0"/>
              </a:spcBef>
              <a:spcAft>
                <a:spcPts val="0"/>
              </a:spcAft>
              <a:buNone/>
            </a:pPr>
            <a:r>
              <a:rPr lang="en-US" sz="2000" b="1">
                <a:solidFill>
                  <a:schemeClr val="lt1"/>
                </a:solidFill>
                <a:latin typeface="Book Antiqua"/>
                <a:ea typeface="Book Antiqua"/>
                <a:cs typeface="Book Antiqua"/>
                <a:sym typeface="Book Antiqua"/>
              </a:rPr>
              <a:t>[5]	Mohanad Mahdi Abdulkareem,Qusay Adil Mohammed ,Muhammad Mahmood Shakir-“A 	Short Range 	Radar  System“Rangefinder””</a:t>
            </a:r>
            <a:r>
              <a:rPr lang="en-US" sz="2000" b="1" u="sng">
                <a:solidFill>
                  <a:schemeClr val="lt1"/>
                </a:solidFill>
                <a:latin typeface="Book Antiqua"/>
                <a:ea typeface="Book Antiqua"/>
                <a:cs typeface="Book Antiqua"/>
                <a:sym typeface="Book Antiqua"/>
                <a:hlinkClick r:id="rId6">
                  <a:extLst>
                    <a:ext uri="{A12FA001-AC4F-418D-AE19-62706E023703}">
                      <ahyp:hlinkClr xmlns:ahyp="http://schemas.microsoft.com/office/drawing/2018/hyperlinkcolor" val="tx"/>
                    </a:ext>
                  </a:extLst>
                </a:hlinkClick>
              </a:rPr>
              <a:t>4.pdf</a:t>
            </a:r>
            <a:endParaRPr sz="2000" b="1">
              <a:solidFill>
                <a:schemeClr val="lt1"/>
              </a:solidFill>
              <a:latin typeface="Book Antiqua"/>
              <a:ea typeface="Book Antiqua"/>
              <a:cs typeface="Book Antiqua"/>
              <a:sym typeface="Book Antiqua"/>
            </a:endParaRPr>
          </a:p>
          <a:p>
            <a:pPr marL="0" marR="0" lvl="0" indent="0" algn="l" rtl="0">
              <a:spcBef>
                <a:spcPts val="0"/>
              </a:spcBef>
              <a:spcAft>
                <a:spcPts val="0"/>
              </a:spcAft>
              <a:buNone/>
            </a:pPr>
            <a:endParaRPr sz="2000" b="1">
              <a:solidFill>
                <a:schemeClr val="lt1"/>
              </a:solidFill>
              <a:latin typeface="Book Antiqua"/>
              <a:ea typeface="Book Antiqua"/>
              <a:cs typeface="Book Antiqua"/>
              <a:sym typeface="Book Antiqua"/>
            </a:endParaRPr>
          </a:p>
          <a:p>
            <a:pPr marL="0" marR="0" lvl="0" indent="0" algn="l" rtl="0">
              <a:spcBef>
                <a:spcPts val="0"/>
              </a:spcBef>
              <a:spcAft>
                <a:spcPts val="0"/>
              </a:spcAft>
              <a:buNone/>
            </a:pPr>
            <a:r>
              <a:rPr lang="en-US" sz="2000" b="1">
                <a:solidFill>
                  <a:schemeClr val="lt1"/>
                </a:solidFill>
                <a:latin typeface="Book Antiqua"/>
                <a:ea typeface="Book Antiqua"/>
                <a:cs typeface="Book Antiqua"/>
                <a:sym typeface="Book Antiqua"/>
              </a:rPr>
              <a:t>[6]	Srijan Dubey,Supragya Tiwari, Simit Roy -“ IMPLEMENTATION OF RADAR USING 	ULTRASONIC 	SENSOR” Indian J.Sci.Res. 2017</a:t>
            </a:r>
            <a:endParaRPr/>
          </a:p>
          <a:p>
            <a:pPr marL="0" marR="0" lvl="0" indent="0" algn="l" rtl="0">
              <a:spcBef>
                <a:spcPts val="0"/>
              </a:spcBef>
              <a:spcAft>
                <a:spcPts val="0"/>
              </a:spcAft>
              <a:buNone/>
            </a:pPr>
            <a:endParaRPr sz="1800">
              <a:solidFill>
                <a:schemeClr val="lt1"/>
              </a:solidFill>
              <a:latin typeface="Book Antiqua"/>
              <a:ea typeface="Book Antiqua"/>
              <a:cs typeface="Book Antiqua"/>
              <a:sym typeface="Book Antiqua"/>
            </a:endParaRP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6"/>
          <p:cNvSpPr txBox="1"/>
          <p:nvPr/>
        </p:nvSpPr>
        <p:spPr>
          <a:xfrm>
            <a:off x="2093912" y="2182505"/>
            <a:ext cx="8001000" cy="24929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800" dirty="0">
                <a:solidFill>
                  <a:srgbClr val="FF0000"/>
                </a:solidFill>
                <a:latin typeface="Book Antiqua"/>
                <a:ea typeface="Book Antiqua"/>
                <a:cs typeface="Book Antiqua"/>
                <a:sym typeface="Book Antiqua"/>
              </a:rPr>
              <a:t>THANKS</a:t>
            </a:r>
            <a:endParaRPr dirty="0"/>
          </a:p>
          <a:p>
            <a:pPr marL="0" marR="0" lvl="0" indent="0" algn="l" rtl="0">
              <a:spcBef>
                <a:spcPts val="0"/>
              </a:spcBef>
              <a:spcAft>
                <a:spcPts val="0"/>
              </a:spcAft>
              <a:buNone/>
            </a:pPr>
            <a:endParaRPr sz="1800" dirty="0">
              <a:solidFill>
                <a:schemeClr val="lt1"/>
              </a:solidFill>
              <a:latin typeface="Book Antiqua"/>
              <a:ea typeface="Book Antiqua"/>
              <a:cs typeface="Book Antiqua"/>
              <a:sym typeface="Book Antiqua"/>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theme/theme1.xml><?xml version="1.0" encoding="utf-8"?>
<a:theme xmlns:a="http://schemas.openxmlformats.org/drawingml/2006/main" name="Apex">
  <a:themeElements>
    <a:clrScheme name="Apex">
      <a:dk1>
        <a:srgbClr val="000000"/>
      </a:dk1>
      <a:lt1>
        <a:srgbClr val="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796</Words>
  <Application>Microsoft Office PowerPoint</Application>
  <PresentationFormat>Custom</PresentationFormat>
  <Paragraphs>128</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Book Antiqua</vt:lpstr>
      <vt:lpstr>Times New Roman</vt:lpstr>
      <vt:lpstr>Arial</vt:lpstr>
      <vt:lpstr>Noto Sans Symbols</vt:lpstr>
      <vt:lpstr>Lucida Sans</vt:lpstr>
      <vt:lpstr>Apex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SHADIN</dc:creator>
  <cp:lastModifiedBy>DCL</cp:lastModifiedBy>
  <cp:revision>1</cp:revision>
  <dcterms:created xsi:type="dcterms:W3CDTF">2023-06-05T19:28:08Z</dcterms:created>
  <dcterms:modified xsi:type="dcterms:W3CDTF">2025-11-01T06:02:10Z</dcterms:modified>
</cp:coreProperties>
</file>